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cb" initials="c" lastIdx="0" clrIdx="0"/>
  <p:cmAuthor id="2" name="阮晓岩" initials="阮" lastIdx="0" clrIdx="1"/>
  <p:cmAuthor id="3" name="陈喆" initials="陈" lastIdx="0" clrIdx="2"/>
  <p:cmAuthor id="4" name="Chen, Naikang A." initials="C" lastIdx="0" clrIdx="3"/>
  <p:cmAuthor id="5" name="於宝泉" initials="於" lastIdx="0" clrIdx="4"/>
  <p:cmAuthor id="6" name="苏薇" initials="苏" lastIdx="0" clrIdx="5"/>
  <p:cmAuthor id="7" name="yubaoquan" initials="y" lastIdx="0" clrIdx="6"/>
  <p:cmAuthor id="8" name="未知用户2" initials="未" lastIdx="0" clrIdx="7"/>
  <p:cmAuthor id="9" name="张建慧" initials="张" lastIdx="0" clrIdx="8"/>
  <p:cmAuthor id="10" name="微软用户" initials="微" lastIdx="0" clrIdx="9"/>
  <p:cmAuthor id="11" name="李辉" initials="李" lastIdx="0" clrIdx="10"/>
  <p:cmAuthor id="12" name="Peter Pan" initials="P" lastIdx="0" clrIdx="11"/>
  <p:cmAuthor id="13" name="作者" initials="作" lastIdx="0" clrIdx="12"/>
  <p:cmAuthor id="14" name="董耀辉" initials="董" lastIdx="0" clrIdx="13"/>
  <p:cmAuthor id="15" name="djz" initials="d" lastIdx="0" clrIdx="14"/>
  <p:cmAuthor id="16" name="tao yan" initials="ty" lastIdx="0" clrIdx="15"/>
  <p:cmAuthor id="17" name="周明" initials="周" lastIdx="0" clrIdx="16"/>
  <p:cmAuthor id="18" name="未知用户1" initials="未" lastIdx="0" clrIdx="17"/>
  <p:cmAuthor id="19" name="meixin hu" initials="m" lastIdx="0" clrIdx="18"/>
  <p:cmAuthor id="20" name="Saunter" initials="S" lastIdx="0" clrIdx="19"/>
  <p:cmAuthor id="21" name="王瑶" initials="王" lastIdx="0" clrIdx="20"/>
  <p:cmAuthor id="22" name="Lenovo" initials="L" lastIdx="0" clrIdx="21"/>
  <p:cmAuthor id="23" name="Redeker, Yolanda" initials="R" lastIdx="0" clrIdx="22"/>
  <p:cmAuthor id="24" name="Tseng, Melanie" initials="T" lastIdx="0" clrIdx="23"/>
  <p:cmAuthor id="25" name="Tao, Sherry Sitong" initials="TSS" lastIdx="0" clrIdx="24"/>
  <p:cmAuthor id="26" name="杨素雯" initials="杨" lastIdx="0" clrIdx="25"/>
  <p:cmAuthor id="27" name="hj" initials="h" lastIdx="0" clrIdx="26"/>
  <p:cmAuthor id="28" name="IKKI" initials="I" lastIdx="0" clrIdx="27"/>
  <p:cmAuthor id="29" name="bob kang" initials="bk" lastIdx="0" clrIdx="28"/>
  <p:cmAuthor id="30" name="yueliang" initials="y" lastIdx="0" clrIdx="29"/>
  <p:cmAuthor id="31" name="xiaver xiaver" initials="xx" lastIdx="0" clrIdx="30"/>
  <p:cmAuthor id="32" name="Administrator" initials="A" lastIdx="0" clrIdx="31"/>
  <p:cmAuthor id="33" name="彭浩" initials="彭" lastIdx="0" clrIdx="32"/>
  <p:cmAuthor id="34" name="zyrstz" initials="z" lastIdx="0" clrIdx="33"/>
  <p:cmAuthor id="35" name="庞尔慧" initials="庞" lastIdx="0" clrIdx="34"/>
  <p:cmAuthor id="36" name="XMY" initials="X" lastIdx="0" clrIdx="35"/>
  <p:cmAuthor id="37" name="xmy" initials="x" lastIdx="0" clrIdx="36"/>
  <p:cmAuthor id="38" name="wum20" initials="w" lastIdx="0" clrIdx="37"/>
  <p:cmAuthor id="39" name="刘颖" initials="刘" lastIdx="0" clrIdx="38"/>
  <p:cmAuthor id="40" name="武敏" initials="武" lastIdx="0" clrIdx="39"/>
  <p:cmAuthor id="41" name="ZYSR-XY" initials="Z" lastIdx="0" clrIdx="40"/>
  <p:cmAuthor id="42" name="MLOONG" initials="M" lastIdx="0" clrIdx="41"/>
  <p:cmAuthor id="43" name="未知用户17" initials="未" lastIdx="0" clrIdx="42"/>
  <p:cmAuthor id="44" name="未知用户5" initials="未" lastIdx="0" clrIdx="43"/>
  <p:cmAuthor id="45" name="未知用户6" initials="未" lastIdx="0" clrIdx="44"/>
  <p:cmAuthor id="46" name="未知用户10" initials="未" lastIdx="0" clrIdx="45"/>
  <p:cmAuthor id="47" name="未知用户15" initials="未" lastIdx="0" clrIdx="46"/>
  <p:cmAuthor id="48" name="未知用户20" initials="未" lastIdx="0" clrIdx="47"/>
  <p:cmAuthor id="49" name="未知用户21" initials="未" lastIdx="0" clrIdx="48"/>
  <p:cmAuthor id="50" name="未知用户13" initials="未" lastIdx="0" clrIdx="49"/>
  <p:cmAuthor id="51" name="Liu Dong" initials="L" lastIdx="0" clrIdx="50"/>
  <p:cmAuthor id="52" name="Zhao Jing" initials="Z" lastIdx="0" clrIdx="51"/>
  <p:cmAuthor id="53" name="Xin Wang (IB)" initials="X" lastIdx="0" clrIdx="52"/>
  <p:cmAuthor id="54" name="YANQING BAO" initials="Y" lastIdx="0" clrIdx="53"/>
  <p:cmAuthor id="55" name="Haiyang Wang" initials="H" lastIdx="0" clrIdx="54"/>
  <p:cmAuthor id="56" name="Roet-Reinking, Nathalie" initials="R" lastIdx="0" clrIdx="55"/>
  <p:cmAuthor id="57" name="张金龙" initials="张" lastIdx="0" clrIdx="56"/>
  <p:cmAuthor id="58" name="祝惠蓉" initials="祝" lastIdx="0" clrIdx="57"/>
  <p:cmAuthor id="59" name="sunyiqun2016@163.com" initials="s" lastIdx="0" clrIdx="58"/>
  <p:cmAuthor id="60" name="宋海锐" initials="宋" lastIdx="0" clrIdx="59"/>
  <p:cmAuthor id="61" name="张 明晖" initials="张" lastIdx="0" clrIdx="60"/>
  <p:cmAuthor id="62" name="曾阿婷" initials="曾" lastIdx="0" clrIdx="61"/>
  <p:cmAuthor id="63" name="Mia Vida Villanueva" initials="M" lastIdx="0" clrIdx="62"/>
  <p:cmAuthor id="64" name="ting yue" initials="t" lastIdx="0" clrIdx="63"/>
  <p:cmAuthor id="65" name="david bin" initials="d" lastIdx="0" clrIdx="64"/>
  <p:cmAuthor id="66" name="song song" initials="s" lastIdx="0" clrIdx="65"/>
  <p:cmAuthor id="67" name="zhao tianyi" initials="zt" lastIdx="0" clrIdx="66"/>
  <p:cmAuthor id="68" name="刘 阳春" initials="刘" lastIdx="0" clrIdx="67"/>
  <p:cmAuthor id="69" name="浩 陈" initials="浩" lastIdx="0" clrIdx="68"/>
  <p:cmAuthor id="70" name="李飞" initials="李飞" lastIdx="0" clrIdx="69"/>
  <p:cmAuthor id="71" name="孙运海" initials="孙" lastIdx="0" clrIdx="70"/>
  <p:cmAuthor id="72" name="未知用户24" initials="未" lastIdx="0" clrIdx="71"/>
  <p:cmAuthor id="73" name="未知用户19" initials="未" lastIdx="0" clrIdx="72"/>
  <p:cmAuthor id="74" name="25464" initials="2" lastIdx="0" clrIdx="73"/>
  <p:cmAuthor id="75" name="岳文甲" initials="岳" lastIdx="0" clrIdx="74"/>
  <p:cmAuthor id="76" name="91huhang" initials="9" lastIdx="0" clrIdx="75"/>
  <p:cmAuthor id="77" name="Ms" initials="M" lastIdx="0" clrIdx="76"/>
  <p:cmAuthor id="78" name="Franca, Ryan {MDAO~Basel}" initials="F" lastIdx="0" clrIdx="77"/>
  <p:cmAuthor id="79" name="陈艳" initials="陈" lastIdx="0" clrIdx="78"/>
  <p:cmAuthor id="80" name="MC SYSTEM" initials="M" lastIdx="0" clrIdx="79"/>
  <p:cmAuthor id="81" name="spring_ren" initials="s" lastIdx="0" clrIdx="80"/>
  <p:cmAuthor id="82" name="李璐---寿险总公司营销管理部" initials="李" lastIdx="0" clrIdx="81"/>
  <p:cmAuthor id="83" name="xuqing" initials="x" lastIdx="0" clrIdx="82"/>
  <p:cmAuthor id="84" name="王顶" initials="王" lastIdx="0" clrIdx="83"/>
  <p:cmAuthor id="85" name="沈静" initials="沈" lastIdx="0" clrIdx="84"/>
  <p:cmAuthor id="86" name="朱明威" initials="朱" lastIdx="0" clrIdx="85"/>
  <p:cmAuthor id="87" name="韩军伟" initials="韩" lastIdx="0" clrIdx="86"/>
  <p:cmAuthor id="88" name="汤淑涓" initials="汤" lastIdx="0" clrIdx="87"/>
  <p:cmAuthor id="89" name="三农金融事业部综合员" initials="三" lastIdx="0" clrIdx="88"/>
  <p:cmAuthor id="90" name="郭欣萍" initials="郭" lastIdx="0" clrIdx="89"/>
  <p:cmAuthor id="91" name="唐思源" initials="唐" lastIdx="0" clrIdx="90"/>
  <p:cmAuthor id="92" name="何 静" initials="何" lastIdx="0" clrIdx="91"/>
  <p:cmAuthor id="93" name="未知用户32" initials="未" lastIdx="0" clrIdx="92"/>
  <p:cmAuthor id="94" name="未知用户12" initials="未" lastIdx="0" clrIdx="93"/>
  <p:cmAuthor id="95" name="孟萦" initials="孟" lastIdx="0" clrIdx="94"/>
  <p:cmAuthor id="96" name="ts" initials="t" lastIdx="0" clrIdx="95"/>
  <p:cmAuthor id="97" name="Zhanwei Xiao(CUC SRD2-HZ-FZ)" initials="Z" lastIdx="0" clrIdx="96"/>
  <p:cmAuthor id="98" name="李佳" initials="李" lastIdx="0" clrIdx="97"/>
  <p:cmAuthor id="99" name="diana.cheng" initials="d" lastIdx="0" clrIdx="98"/>
  <p:cmAuthor id="100" name="黄欣悦" initials="黄" lastIdx="0" clrIdx="99"/>
  <p:cmAuthor id="101" name="Zhou, Jane Ye" initials="Z" lastIdx="0" clrIdx="100"/>
  <p:cmAuthor id="102" name="Ma, Jun A." initials="M" lastIdx="0" clrIdx="101"/>
  <p:cmAuthor id="103" name="Doris Tan" initials="D" lastIdx="0" clrIdx="102"/>
  <p:cmAuthor id="104" name="Joy HL Sang" initials="J" lastIdx="0" clrIdx="103"/>
  <p:cmAuthor id="105" name="localadmin" initials="l" lastIdx="0" clrIdx="104"/>
  <p:cmAuthor id="106" name="但佳" initials="但" lastIdx="0" clrIdx="105"/>
  <p:cmAuthor id="107" name="刘百灵" initials="刘" lastIdx="0" clrIdx="106"/>
  <p:cmAuthor id="108" name="吴 明超" initials="吴" lastIdx="0" clrIdx="107"/>
  <p:cmAuthor id="109" name="dingyuemei" initials="d" lastIdx="0" clrIdx="108"/>
  <p:cmAuthor id="110" name="李莎" initials="李" lastIdx="0" clrIdx="109"/>
  <p:cmAuthor id="111" name="未知用户33" initials="未" lastIdx="0" clrIdx="110"/>
  <p:cmAuthor id="112" name="Norton" initials="N" lastIdx="0" clrIdx="111"/>
  <p:cmAuthor id="113" name="Ray" initials="R" lastIdx="0" clrIdx="112"/>
  <p:cmAuthor id="114" name="未知用户28" initials="未" lastIdx="0" clrIdx="113"/>
  <p:cmAuthor id="115" name="王 公然" initials="王" lastIdx="0" clrIdx="114"/>
  <p:cmAuthor id="116" name="张谭" initials="张" lastIdx="0" clrIdx="115"/>
  <p:cmAuthor id="117" name="Microsoft Office 用户" initials="M" lastIdx="0" clrIdx="116"/>
  <p:cmAuthor id="118" name="冯智强" initials="冯" lastIdx="0" clrIdx="117"/>
  <p:cmAuthor id="119" name="李传波" initials="李" lastIdx="0" clrIdx="118"/>
  <p:cmAuthor id="120" name="45383746@qq.com" initials="4" lastIdx="0" clrIdx="119"/>
  <p:cmAuthor id="121" name="hauk guan" initials="h" lastIdx="0" clrIdx="120"/>
  <p:cmAuthor id="122" name="sierra" initials="s" lastIdx="0" clrIdx="121"/>
  <p:cmAuthor id="123" name="sxp" initials="s" lastIdx="0" clrIdx="122"/>
  <p:cmAuthor id="124" name="Author" initials="A" lastIdx="0" clrIdx="123"/>
  <p:cmAuthor id="125" name="徐辉" initials="徐辉" lastIdx="0" clrIdx="124"/>
  <p:cmAuthor id="126" name="何小菊" initials="A" lastIdx="0" clrIdx="125"/>
  <p:cmAuthor id="127" name="王美娜" initials="王" lastIdx="0" clrIdx="126"/>
  <p:cmAuthor id="128" name="Q Q" initials="Q" lastIdx="0" clrIdx="127"/>
  <p:cmAuthor id="129" name="柳 先涛" initials="柳" lastIdx="0" clrIdx="128"/>
  <p:cmAuthor id="130" name="L470" initials="L" lastIdx="0" clrIdx="129"/>
  <p:cmAuthor id="131" name="楼冠华" initials="U" lastIdx="0" clrIdx="130"/>
  <p:cmAuthor id="132" name="杨奇" initials="杨" lastIdx="0" clrIdx="131"/>
  <p:cmAuthor id="133" name="Ju Dawei" initials="JD" lastIdx="0" clrIdx="132"/>
  <p:cmAuthor id="134" name="中邮电商 张硕" initials="z" lastIdx="0" clrIdx="133"/>
  <p:cmAuthor id="135" name="Chris" initials="C" lastIdx="0" clrIdx="134"/>
  <p:cmAuthor id="136" name="Admin" initials="A" lastIdx="0" clrIdx="135"/>
  <p:cmAuthor id="137" name="67556" initials="6" lastIdx="0" clrIdx="136"/>
  <p:cmAuthor id="138" name="侯本源" initials="侯" lastIdx="0" clrIdx="137"/>
  <p:cmAuthor id="139" name="马小群" initials="董" lastIdx="0" clrIdx="138"/>
  <p:cmAuthor id="140" name="W WANG" initials="W" lastIdx="0" clrIdx="139"/>
  <p:cmAuthor id="141" name="YC" initials="Y" lastIdx="0" clrIdx="140"/>
  <p:cmAuthor id="142" name="黄海腾" initials="黄" lastIdx="0" clrIdx="141"/>
  <p:cmAuthor id="143" name="唐艳轩" initials="唐" lastIdx="0" clrIdx="142"/>
  <p:cmAuthor id="144" name="340021705@qq.com" initials="3" lastIdx="0" clrIdx="143"/>
  <p:cmAuthor id="145" name="李旭" initials="李" lastIdx="0" clrIdx="144"/>
  <p:cmAuthor id="146" name="乐婷" initials="乐" lastIdx="0" clrIdx="145"/>
  <p:cmAuthor id="147" name="admin" initials="a" lastIdx="0" clrIdx="146"/>
  <p:cmAuthor id="148" name="周灿灿" initials="周" lastIdx="0" clrIdx="147"/>
  <p:cmAuthor id="149" name="林 卓" initials="林" lastIdx="0" clrIdx="148"/>
  <p:cmAuthor id="150" name="尹迎jd" initials="尹" lastIdx="0" clrIdx="149"/>
  <p:cmAuthor id="151" name="未知用户23" initials="未" lastIdx="0" clrIdx="150"/>
  <p:cmAuthor id="152" name="40306" initials="4" lastIdx="0" clrIdx="151"/>
  <p:cmAuthor id="153" name="冯雅洁" initials="冯" lastIdx="0" clrIdx="152"/>
  <p:cmAuthor id="154" name="云钊" initials="云" lastIdx="0" clrIdx="153"/>
  <p:cmAuthor id="155" name="大客户中心" initials="大" lastIdx="0" clrIdx="154"/>
  <p:cmAuthor id="156" name="张逸晨" initials="张" lastIdx="0" clrIdx="155"/>
  <p:cmAuthor id="157" name="张洁01-lhq" initials="张" lastIdx="0" clrIdx="156"/>
  <p:cmAuthor id="158" name="池依曼" initials="池" lastIdx="0" clrIdx="157"/>
  <p:cmAuthor id="159" name="未知用户219" initials="未" lastIdx="0" clrIdx="158"/>
  <p:cmAuthor id="160" name="未知用户230" initials="未" lastIdx="0" clrIdx="159"/>
  <p:cmAuthor id="161" name="未知用户231" initials="未" lastIdx="0" clrIdx="160"/>
  <p:cmAuthor id="162" name="未知用户232" initials="未" lastIdx="0" clrIdx="161"/>
  <p:cmAuthor id="163" name="未知用户237" initials="未" lastIdx="0" clrIdx="162"/>
  <p:cmAuthor id="164" name="未知用户226" initials="未" lastIdx="0" clrIdx="163"/>
  <p:cmAuthor id="165" name="亚运 曹" initials="亚" lastIdx="0" clrIdx="164"/>
  <p:cmAuthor id="166" name="张正明" initials="张" lastIdx="0" clrIdx="165"/>
  <p:cmAuthor id="167" name="FANG SUN" initials="F" lastIdx="0" clrIdx="166"/>
  <p:cmAuthor id="168" name="富德生命人寿" initials="富" lastIdx="0" clrIdx="167"/>
  <p:cmAuthor id="169" name="未知用户416" initials="未" lastIdx="0" clrIdx="168"/>
  <p:cmAuthor id="170" name="未知用户404" initials="未" lastIdx="0" clrIdx="169"/>
  <p:cmAuthor id="171" name="未知用户408" initials="未" lastIdx="0" clrIdx="170"/>
  <p:cmAuthor id="172" name="未知用户409" initials="未" lastIdx="0" clrIdx="171"/>
  <p:cmAuthor id="173" name="未知用户412" initials="未" lastIdx="0" clrIdx="172"/>
  <p:cmAuthor id="174" name="未知用户413" initials="未" lastIdx="0" clrIdx="173"/>
  <p:cmAuthor id="175" name="未知用户414" initials="未" lastIdx="0" clrIdx="174"/>
  <p:cmAuthor id="176" name="未知用户415" initials="未" lastIdx="0" clrIdx="175"/>
  <p:cmAuthor id="177" name="未知用户215" initials="未" lastIdx="0" clrIdx="176"/>
  <p:cmAuthor id="178" name="未知用户217" initials="未" lastIdx="0" clrIdx="177"/>
  <p:cmAuthor id="179" name="未知用户261" initials="未" lastIdx="0" clrIdx="178"/>
  <p:cmAuthor id="180" name="未知用户371" initials="未" lastIdx="0" clrIdx="179"/>
  <p:cmAuthor id="181" name="未知用户370" initials="未" lastIdx="0" clrIdx="180"/>
  <p:cmAuthor id="182" name="未知用户347" initials="未" lastIdx="0" clrIdx="181"/>
  <p:cmAuthor id="183" name="未知用户348" initials="未" lastIdx="0" clrIdx="182"/>
  <p:cmAuthor id="184" name="未知用户286" initials="未" lastIdx="0" clrIdx="183"/>
  <p:cmAuthor id="185" name="未知用户373" initials="未" lastIdx="0" clrIdx="184"/>
  <p:cmAuthor id="186" name="未知用户350" initials="未" lastIdx="0" clrIdx="185"/>
  <p:cmAuthor id="187" name="未知用户218" initials="未" lastIdx="0" clrIdx="186"/>
  <p:cmAuthor id="188" name="未知用户351" initials="未" lastIdx="0" clrIdx="187"/>
  <p:cmAuthor id="189" name="未知用户352" initials="未" lastIdx="0" clrIdx="188"/>
  <p:cmAuthor id="190" name="未知用户353" initials="未" lastIdx="0" clrIdx="189"/>
  <p:cmAuthor id="191" name="未知用户354" initials="未" lastIdx="0" clrIdx="190"/>
  <p:cmAuthor id="192" name="未知用户355" initials="未" lastIdx="0" clrIdx="191"/>
  <p:cmAuthor id="193" name="未知用户356" initials="未" lastIdx="0" clrIdx="192"/>
  <p:cmAuthor id="194" name="未知用户378" initials="未" lastIdx="0" clrIdx="193"/>
  <p:cmAuthor id="195" name="未知用户357" initials="未" lastIdx="0" clrIdx="194"/>
  <p:cmAuthor id="196" name="未知用户362" initials="未" lastIdx="0" clrIdx="195"/>
  <p:cmAuthor id="197" name="未知用户363" initials="未" lastIdx="0" clrIdx="196"/>
  <p:cmAuthor id="198" name="未知用户374" initials="未" lastIdx="0" clrIdx="197"/>
  <p:cmAuthor id="199" name="未知用户375" initials="未" lastIdx="0" clrIdx="198"/>
  <p:cmAuthor id="200" name="未知用户369" initials="未" lastIdx="0" clrIdx="199"/>
  <p:cmAuthor id="201" name="未知用户376" initials="未" lastIdx="0" clrIdx="200"/>
  <p:cmAuthor id="202" name="未知用户377" initials="未" lastIdx="0" clrIdx="201"/>
  <p:cmAuthor id="203" name="未知用户372" initials="未" lastIdx="0" clrIdx="202"/>
  <p:cmAuthor id="204" name="Xzjd" initials="X" lastIdx="0" clrIdx="203"/>
  <p:cmAuthor id="205" name="未知用户466" initials="未" lastIdx="0" clrIdx="204"/>
  <p:cmAuthor id="206" name="未知用户460" initials="未" lastIdx="0" clrIdx="205"/>
  <p:cmAuthor id="207" name="未知用户454" initials="未" lastIdx="0" clrIdx="206"/>
  <p:cmAuthor id="208" name="未知用户461" initials="未" lastIdx="0" clrIdx="207"/>
  <p:cmAuthor id="209" name="未知用户455" initials="未" lastIdx="0" clrIdx="208"/>
  <p:cmAuthor id="210" name="未知用户462" initials="未" lastIdx="0" clrIdx="209"/>
  <p:cmAuthor id="211" name="未知用户465" initials="未" lastIdx="0" clrIdx="210"/>
  <p:cmAuthor id="212" name="未知用户457" initials="未" lastIdx="0" clrIdx="211"/>
  <p:cmAuthor id="213" name="未知用户450" initials="未" lastIdx="0" clrIdx="212"/>
  <p:cmAuthor id="214" name="未知用户463" initials="未" lastIdx="0" clrIdx="213"/>
  <p:cmAuthor id="215" name="未知用户467" initials="未" lastIdx="0" clrIdx="214"/>
  <p:cmAuthor id="216" name="未知用户468" initials="未" lastIdx="0" clrIdx="215"/>
  <p:cmAuthor id="217" name="未知用户469" initials="未" lastIdx="0" clrIdx="216"/>
  <p:cmAuthor id="218" name="未知用户458" initials="未" lastIdx="0" clrIdx="217"/>
  <p:cmAuthor id="219" name="未知用户470" initials="未" lastIdx="0" clrIdx="218"/>
  <p:cmAuthor id="220" name="未知用户471" initials="未" lastIdx="0" clrIdx="219"/>
  <p:cmAuthor id="221" name="未知用户472" initials="未" lastIdx="0" clrIdx="220"/>
  <p:cmAuthor id="222" name="未知用户473" initials="未" lastIdx="0" clrIdx="221"/>
  <p:cmAuthor id="223" name="未知用户235" initials="未" lastIdx="0" clrIdx="222"/>
  <p:cmAuthor id="224" name="未知用户453" initials="未" lastIdx="0" clrIdx="223"/>
  <p:cmAuthor id="225" name="未知用户474" initials="未" lastIdx="0" clrIdx="224"/>
  <p:cmAuthor id="226" name="未知用户475" initials="未" lastIdx="0" clrIdx="225"/>
  <p:cmAuthor id="227" name="未知用户476" initials="未" lastIdx="0" clrIdx="226"/>
  <p:cmAuthor id="228" name="未知用户459" initials="未" lastIdx="0" clrIdx="227"/>
  <p:cmAuthor id="229" name="未知用户489" initials="未" lastIdx="0" clrIdx="228"/>
  <p:cmAuthor id="230" name="未知用户488" initials="未" lastIdx="0" clrIdx="229"/>
  <p:cmAuthor id="231" name="未知用户490" initials="未" lastIdx="0" clrIdx="230"/>
  <p:cmAuthor id="232" name="未知用户477" initials="未" lastIdx="0" clrIdx="231"/>
  <p:cmAuthor id="233" name="未知用户478" initials="未" lastIdx="0" clrIdx="232"/>
  <p:cmAuthor id="234" name="未知用户479" initials="未" lastIdx="0" clrIdx="233"/>
  <p:cmAuthor id="235" name="未知用户480" initials="未" lastIdx="0" clrIdx="234"/>
  <p:cmAuthor id="236" name="未知用户481" initials="未" lastIdx="0" clrIdx="235"/>
  <p:cmAuthor id="237" name="未知用户482" initials="未" lastIdx="0" clrIdx="236"/>
  <p:cmAuthor id="238" name="未知用户483" initials="未" lastIdx="0" clrIdx="237"/>
  <p:cmAuthor id="239" name="未知用户484" initials="未" lastIdx="0" clrIdx="238"/>
  <p:cmAuthor id="240" name="未知用户485" initials="未" lastIdx="0" clrIdx="239"/>
  <p:cmAuthor id="241" name="未知用户486" initials="未" lastIdx="0" clrIdx="240"/>
  <p:cmAuthor id="242" name="未知用户452" initials="未" lastIdx="0" clrIdx="241"/>
  <p:cmAuthor id="243" name="未知用户456" initials="未" lastIdx="0" clrIdx="242"/>
  <p:cmAuthor id="244" name="未知用户464" initials="未" lastIdx="0" clrIdx="243"/>
  <p:cmAuthor id="245" name="未知用户487" initials="未" lastIdx="0" clrIdx="244"/>
  <p:cmAuthor id="246" name="seki" initials="s" lastIdx="0" clrIdx="245"/>
  <p:cmAuthor id="247" name="yanqiqi-lgd" initials="y" lastIdx="0" clrIdx="246"/>
  <p:cmAuthor id="248" name="ThinkPad" initials="T" lastIdx="0" clrIdx="247"/>
  <p:cmAuthor id="249" name="Acer" initials="A" lastIdx="0" clrIdx="248"/>
  <p:cmAuthor id="250" name="未知用户16" initials="未" lastIdx="0" clrIdx="249"/>
  <p:cmAuthor id="251" name="贺龙" initials="贺" lastIdx="0" clrIdx="250"/>
  <p:cmAuthor id="252" name="唐艳轩jd" initials="唐" lastIdx="0" clrIdx="251"/>
  <p:cmAuthor id="253" name="Windows 用户" initials="W用" lastIdx="0" clrIdx="252"/>
  <p:cmAuthor id="254" name="colin chen" initials="cc" lastIdx="0" clrIdx="253"/>
  <p:cmAuthor id="255" name="齐登宝" initials="齐" lastIdx="0" clrIdx="254"/>
  <p:cmAuthor id="256" name="ydx2003new@163.com" initials="y" lastIdx="0" clrIdx="255"/>
  <p:cmAuthor id="257" name="未知用户47" initials="未" lastIdx="0" clrIdx="256"/>
  <p:cmAuthor id="258" name="肖 雷" initials="肖" lastIdx="0" clrIdx="257"/>
  <p:cmAuthor id="259" name="gongxuan" initials="g" lastIdx="0" clrIdx="258"/>
  <p:cmAuthor id="260" name="wangyuan20" initials="w" lastIdx="0" clrIdx="259"/>
  <p:cmAuthor id="261" name="cuizijin01" initials="c" lastIdx="0" clrIdx="260"/>
  <p:cmAuthor id="262" name="zhuqy3" initials="z" lastIdx="0" clrIdx="261"/>
  <p:cmAuthor id="263" name="幺以谦" initials="幺" lastIdx="0" clrIdx="262"/>
  <p:cmAuthor id="264" name="sunlj002" initials="s" lastIdx="0" clrIdx="263"/>
  <p:cmAuthor id="265" name="何秀英" initials="何" lastIdx="0" clrIdx="264"/>
  <p:cmAuthor id="266" name="杨东风" initials="杨" lastIdx="0" clrIdx="265"/>
  <p:cmAuthor id="267" name="YANGS-PC" initials="Y" lastIdx="0" clrIdx="266"/>
  <p:cmAuthor id="268" name="b1487" initials="b" lastIdx="0" clrIdx="267"/>
  <p:cmAuthor id="269" name="张林林" initials="张" lastIdx="0" clrIdx="268"/>
  <p:cmAuthor id="270" name="lixiaosong" initials="l" lastIdx="0" clrIdx="269"/>
  <p:cmAuthor id="271" name="刘岸亮" initials="刘" lastIdx="0" clrIdx="270"/>
  <p:cmAuthor id="272" name="雍中婧" initials="雍" lastIdx="0" clrIdx="271"/>
  <p:cmAuthor id="273" name="任斐" initials="任" lastIdx="0" clrIdx="272"/>
  <p:cmAuthor id="274" name="程学春 cxc" initials="程" lastIdx="0" clrIdx="273"/>
  <p:cmAuthor id="275" name="chenli8" initials="c" lastIdx="0" clrIdx="274"/>
  <p:cmAuthor id="276" name="448097321@qq.com" initials="4" lastIdx="0" clrIdx="275"/>
  <p:cmAuthor id="277" name="zhumin1" initials="z" lastIdx="0" clrIdx="276"/>
  <p:cmAuthor id="278" name="FS" initials="F" lastIdx="0" clrIdx="277"/>
  <p:cmAuthor id="279" name="Temp" initials="T" lastIdx="0" clrIdx="278"/>
  <p:cmAuthor id="280" name="zq" initials="z" lastIdx="0" clrIdx="279"/>
  <p:cmAuthor id="281" name="于洪洲-ZLWD" initials="YU" lastIdx="0" clrIdx="280"/>
  <p:cmAuthor id="282" name="liupeiru-ZLWD" initials="zlwd" lastIdx="0" clrIdx="281"/>
  <p:cmAuthor id="283" name="Sky123.Org" initials="S" lastIdx="0" clrIdx="282"/>
  <p:cmAuthor id="284" name="stillu" initials="s" lastIdx="0" clrIdx="283"/>
  <p:cmAuthor id="285" name="zhoujw08" initials="z" lastIdx="0" clrIdx="284"/>
  <p:cmAuthor id="286" name="时方赛" initials="时" lastIdx="0" clrIdx="285"/>
  <p:cmAuthor id="287" name="deeplm" initials="d" lastIdx="0" clrIdx="286"/>
  <p:cmAuthor id="288" name="lenovo0" initials="l" lastIdx="0" clrIdx="287"/>
  <p:cmAuthor id="289" name="zhangbw18" initials="z" lastIdx="0" clrIdx="288"/>
  <p:cmAuthor id="290" name="wangll132" initials="w" lastIdx="0" clrIdx="289"/>
  <p:cmAuthor id="291" name="dongwc0205" initials="d" lastIdx="0" clrIdx="290"/>
  <p:cmAuthor id="292" name="ZhangYu" initials="Z" lastIdx="0" clrIdx="291"/>
  <p:cmAuthor id="293" name="SHMILY" initials="S" lastIdx="0" clrIdx="292"/>
  <p:cmAuthor id="294" name="刘云飞" initials="刘" lastIdx="0" clrIdx="293"/>
  <p:cmAuthor id="295" name="Yoda KK" initials="Y" lastIdx="0" clrIdx="294"/>
  <p:cmAuthor id="296" name="李 斌" initials="李" lastIdx="0" clrIdx="295"/>
  <p:cmAuthor id="297" name="孙现民" initials="孙" lastIdx="0" clrIdx="296"/>
  <p:cmAuthor id="298" name="HaoshuaiWu" initials="H" lastIdx="0" clrIdx="297"/>
  <p:cmAuthor id="299" name="刘承刚" initials="刘" lastIdx="0" clrIdx="298"/>
  <p:cmAuthor id="300" name="acer" initials="a" lastIdx="0" clrIdx="299"/>
  <p:cmAuthor id="301" name="pc" initials="p" lastIdx="0" clrIdx="300"/>
  <p:cmAuthor id="302" name="贾彬彬" initials="贾" lastIdx="0" clrIdx="301"/>
  <p:cmAuthor id="303" name="未知用户46" initials="未" lastIdx="0" clrIdx="302"/>
  <p:cmAuthor id="304" name="YZB" initials="Y" lastIdx="0" clrIdx="303"/>
  <p:cmAuthor id="305" name="未知用户48" initials="未" lastIdx="0" clrIdx="304"/>
  <p:cmAuthor id="306" name="未知用户30" initials="未" lastIdx="0" clrIdx="305"/>
  <p:cmAuthor id="307" name="未知用户31" initials="未" lastIdx="0" clrIdx="306"/>
  <p:cmAuthor id="308" name="未知用户41" initials="未" lastIdx="0" clrIdx="307"/>
  <p:cmAuthor id="309" name="未知用户43" initials="未" lastIdx="0" clrIdx="308"/>
  <p:cmAuthor id="310" name="未知用户44" initials="未" lastIdx="0" clrIdx="309"/>
  <p:cmAuthor id="311" name="未知用户45" initials="未" lastIdx="0" clrIdx="310"/>
  <p:cmAuthor id="312" name="sun frank" initials="s" lastIdx="0" clrIdx="311"/>
  <p:cmAuthor id="313" name="徐 伟钦" initials="徐" lastIdx="0" clrIdx="312"/>
  <p:cmAuthor id="314" name="李昕玫" initials="李" lastIdx="0" clrIdx="313"/>
  <p:cmAuthor id="315" name="lianxing liao" initials="l" lastIdx="0" clrIdx="314"/>
  <p:cmAuthor id="316" name="未知用户" initials="未" lastIdx="0" clrIdx="315"/>
  <p:cmAuthor id="317" name="yangysh" initials="y" lastIdx="0" clrIdx="316"/>
  <p:cmAuthor id="318" name="ZZC" initials="Z" lastIdx="0" clrIdx="317"/>
  <p:cmAuthor id="319" name="李晨曦" initials="李" lastIdx="0" clrIdx="318"/>
  <p:cmAuthor id="320" name="Bonan Qi" initials="B" lastIdx="0" clrIdx="319"/>
  <p:cmAuthor id="321" name="yaoxiaojun" initials="y" lastIdx="0" clrIdx="320"/>
  <p:cmAuthor id="322" name="tianan" initials="t" lastIdx="0" clrIdx="321"/>
  <p:cmAuthor id="323" name="朱雪松" initials="朱" lastIdx="0" clrIdx="322"/>
  <p:cmAuthor id="324" name="Vagun Vagun" initials="V" lastIdx="0" clrIdx="323"/>
  <p:cmAuthor id="325" name="李秋静" initials="李" lastIdx="0" clrIdx="324"/>
  <p:cmAuthor id="326" name="陈林" initials="陈" lastIdx="0" clrIdx="325"/>
  <p:cmAuthor id="327" name="张梦莞" initials="张" lastIdx="0" clrIdx="326"/>
  <p:cmAuthor id="328" name="严之" initials="严" lastIdx="0" clrIdx="327"/>
  <p:cmAuthor id="329" name="程诗媛" initials="程" lastIdx="0" clrIdx="328"/>
  <p:cmAuthor id="330" name="梁潇-lhq" initials="梁" lastIdx="0" clrIdx="329"/>
  <p:cmAuthor id="331" name="apple" initials="a" lastIdx="0" clrIdx="330"/>
  <p:cmAuthor id="332" name="翟宏帅" initials="翟" lastIdx="0" clrIdx="331"/>
  <p:cmAuthor id="333" name="86139" initials="8" lastIdx="0" clrIdx="332"/>
  <p:cmAuthor id="334" name="朴鹏-lhq" initials="朴" lastIdx="0" clrIdx="333"/>
  <p:cmAuthor id="335" name="吕 阔" initials="吕" lastIdx="0" clrIdx="334"/>
  <p:cmAuthor id="336" name="ozg106" initials="o" lastIdx="0" clrIdx="335"/>
  <p:cmAuthor id="337" name="冰箱" initials="冰" lastIdx="0" clrIdx="336"/>
  <p:cmAuthor id="338" name="lixun" initials="l" lastIdx="0" clrIdx="337"/>
  <p:cmAuthor id="339" name="Isabella" initials="I" lastIdx="0" clrIdx="338"/>
  <p:cmAuthor id="340" name="KK Yoda" initials="K" lastIdx="0" clrIdx="339"/>
  <p:cmAuthor id="341" name="未知用户36" initials="未" lastIdx="0" clrIdx="340"/>
  <p:cmAuthor id="342" name="未知用户148" initials="未" lastIdx="0" clrIdx="341"/>
  <p:cmAuthor id="343" name="未知用户163" initials="未" lastIdx="0" clrIdx="342"/>
  <p:cmAuthor id="344" name="未知用户151" initials="未" lastIdx="0" clrIdx="343"/>
  <p:cmAuthor id="345" name="未知用户152" initials="未" lastIdx="0" clrIdx="344"/>
  <p:cmAuthor id="346" name="未知用户164" initials="未" lastIdx="0" clrIdx="345"/>
  <p:cmAuthor id="347" name="未知用户153" initials="未" lastIdx="0" clrIdx="346"/>
  <p:cmAuthor id="348" name="未知用户154" initials="未" lastIdx="0" clrIdx="347"/>
  <p:cmAuthor id="349" name="未知用户155" initials="未" lastIdx="0" clrIdx="348"/>
  <p:cmAuthor id="350" name="未知用户156" initials="未" lastIdx="0" clrIdx="349"/>
  <p:cmAuthor id="351" name="未知用户157" initials="未" lastIdx="0" clrIdx="350"/>
  <p:cmAuthor id="352" name="未知用户158" initials="未" lastIdx="0" clrIdx="351"/>
  <p:cmAuthor id="353" name="未知用户159" initials="未" lastIdx="0" clrIdx="352"/>
  <p:cmAuthor id="354" name="未知用户160" initials="未" lastIdx="0" clrIdx="353"/>
  <p:cmAuthor id="355" name="未知用户161" initials="未" lastIdx="0" clrIdx="354"/>
  <p:cmAuthor id="356" name="未知用户162" initials="未" lastIdx="0" clrIdx="355"/>
  <p:cmAuthor id="357" name="未知用户149" initials="未" lastIdx="0" clrIdx="356"/>
  <p:cmAuthor id="358" name="未知用户146" initials="未" lastIdx="0" clrIdx="357"/>
  <p:cmAuthor id="359" name="未知用户147" initials="未" lastIdx="0" clrIdx="358"/>
  <p:cmAuthor id="360" name="刘仕俭" initials="刘" lastIdx="0" clrIdx="359"/>
  <p:cmAuthor id="361" name="Changing Zhuang" initials="C" lastIdx="0" clrIdx="360"/>
  <p:cmAuthor id="362" name="未知用户177" initials="未" lastIdx="0" clrIdx="361"/>
  <p:cmAuthor id="363" name="未知用户178" initials="未" lastIdx="0" clrIdx="362"/>
  <p:cmAuthor id="364" name="未知用户179" initials="未" lastIdx="0" clrIdx="363"/>
  <p:cmAuthor id="365" name="未知用户180" initials="未" lastIdx="0" clrIdx="364"/>
  <p:cmAuthor id="366" name="未知用户181" initials="未" lastIdx="0" clrIdx="365"/>
  <p:cmAuthor id="367" name="未知用户182" initials="未" lastIdx="0" clrIdx="366"/>
  <p:cmAuthor id="368" name="未知用户183" initials="未" lastIdx="0" clrIdx="367"/>
  <p:cmAuthor id="369" name="未知用户184" initials="未" lastIdx="0" clrIdx="368"/>
  <p:cmAuthor id="370" name="未知用户187" initials="未" lastIdx="0" clrIdx="369"/>
  <p:cmAuthor id="371" name="未知用户185" initials="未" lastIdx="0" clrIdx="370"/>
  <p:cmAuthor id="372" name="未知用户186" initials="未" lastIdx="0" clrIdx="371"/>
  <p:cmAuthor id="373" name="哒哒 熊猫" initials="哒" lastIdx="0" clrIdx="372"/>
  <p:cmAuthor id="374" name="Yun-Ting Tseng" initials="Y" lastIdx="0" clrIdx="373"/>
  <p:cmAuthor id="375" name="Miss 豆" initials="M" lastIdx="0" clrIdx="374"/>
  <p:cmAuthor id="376" name="G" initials="G" lastIdx="0" clrIdx="375"/>
  <p:cmAuthor id="377" name="??" initials="?" lastIdx="0" clrIdx="376"/>
  <p:cmAuthor id="378" name="未知用户108" initials="未" lastIdx="0" clrIdx="377"/>
  <p:cmAuthor id="379" name="未知用户72" initials="未" lastIdx="0" clrIdx="378"/>
  <p:cmAuthor id="380" name="未知用户73" initials="未" lastIdx="0" clrIdx="379"/>
  <p:cmAuthor id="381" name="未知用户74" initials="未" lastIdx="0" clrIdx="380"/>
  <p:cmAuthor id="382" name="未知用户110" initials="未" lastIdx="0" clrIdx="381"/>
  <p:cmAuthor id="383" name="未知用户77" initials="未" lastIdx="0" clrIdx="382"/>
  <p:cmAuthor id="384" name="百里 长青" initials="百" lastIdx="0" clrIdx="383"/>
  <p:cmAuthor id="385" name="熘?" initials="熘" lastIdx="0" clrIdx="384"/>
  <p:cmAuthor id="386" name="谷雨" initials="谷" lastIdx="0" clrIdx="385"/>
  <p:cmAuthor id="387" name="taowei" initials="t" lastIdx="0" clrIdx="386"/>
  <p:cmAuthor id="388" name="中星 叶" initials="中" lastIdx="0" clrIdx="387"/>
  <p:cmAuthor id="389" name="Dizzy" initials="D" lastIdx="0" clrIdx="388"/>
  <p:cmAuthor id="390" name="倚海听风" initials="倚" lastIdx="0" clrIdx="389"/>
  <p:cmAuthor id="391" name="CodonMedical" initials="C" lastIdx="0" clrIdx="390"/>
  <p:cmAuthor id="392" name="Yvonne Lin" initials="Y" lastIdx="0" clrIdx="391"/>
  <p:cmAuthor id="393" name="Gallivan, John-Paul {MDAO~Basel}" initials="G" lastIdx="0" clrIdx="392"/>
  <p:cmAuthor id="394" name="Helms, Hans-Joachim {MDBA~Basel}" initials="H" lastIdx="0" clrIdx="393"/>
  <p:cmAuthor id="395" name="Codon Medical" initials="C" lastIdx="0" clrIdx="394"/>
  <p:cmAuthor id="396" name="Petersen, Jenny {MDBD~South San Francisco}" initials="P" lastIdx="0" clrIdx="395"/>
  <p:cmAuthor id="397" name="刘风香" initials="刘" lastIdx="0" clrIdx="396"/>
  <p:cmAuthor id="398" name="feng wei" initials="f" lastIdx="0" clrIdx="397"/>
  <p:cmAuthor id="399" name="Meredith Kalish" initials="M" lastIdx="0" clrIdx="398"/>
  <p:cmAuthor id="400" name="Mary Beattie" initials="M" lastIdx="0" clrIdx="399"/>
  <p:cmAuthor id="401" name="Melanie Smitt" initials="M" lastIdx="0" clrIdx="400"/>
  <p:cmAuthor id="402" name="Andrea Michels" initials="A" lastIdx="0" clrIdx="401"/>
  <p:cmAuthor id="403" name="Daniel Clyde (HI)" initials="D" lastIdx="0" clrIdx="402"/>
  <p:cmAuthor id="404" name="Fitzpatrick, Nicole {MGAO~Basel}" initials="F" lastIdx="0" clrIdx="403"/>
  <p:cmAuthor id="405" name="Kate Rijnen" initials="K" lastIdx="0" clrIdx="404"/>
  <p:cmAuthor id="406" name="Mark McGregor (HI)" initials="M" lastIdx="0" clrIdx="405"/>
  <p:cmAuthor id="407" name="Machackova, Zuzana {MDAO~Basel}" initials="M" lastIdx="0" clrIdx="406"/>
  <p:cmAuthor id="408" name="Bart Baranowski (HI)" initials="B" lastIdx="0" clrIdx="407"/>
  <p:cmAuthor id="409" name="Helen Keyworth (HI)" initials="H" lastIdx="0" clrIdx="408"/>
  <p:cmAuthor id="410" name="Louise Adamson (HI)" initials="L" lastIdx="0" clrIdx="409"/>
  <p:cmAuthor id="411" name="Andrew Moss (HI)" initials="A" lastIdx="0" clrIdx="410"/>
  <p:cmAuthor id="412" name="David Morgan (HI)" initials="D" lastIdx="0" clrIdx="411"/>
  <p:cmAuthor id="413" name="Kate Sillitoe (HI)" initials="K" lastIdx="0" clrIdx="412"/>
  <p:cmAuthor id="414" name="孟轩君" initials="孟" lastIdx="0" clrIdx="413"/>
  <p:cmAuthor id="415" name="hpguan" initials="h" lastIdx="0" clrIdx="414"/>
  <p:cmAuthor id="416" name="miaott" initials="m" lastIdx="0" clrIdx="415"/>
  <p:cmAuthor id="417" name="zhaoby01" initials="z" lastIdx="0" clrIdx="416"/>
  <p:cmAuthor id="418" name="Lydia" initials="L" lastIdx="0" clrIdx="417"/>
  <p:cmAuthor id="419" name="fengyuan03" initials="f" lastIdx="0" clrIdx="418"/>
  <p:cmAuthor id="420" name="古二蛋" initials="古" lastIdx="0" clrIdx="419"/>
  <p:cmAuthor id="421" name="xusha" initials="x" lastIdx="0" clrIdx="420"/>
  <p:cmAuthor id="422" name="李 东科" initials="李" lastIdx="0" clrIdx="421"/>
  <p:cmAuthor id="423" name="甘源" initials="甘" lastIdx="0" clrIdx="422"/>
  <p:cmAuthor id="424" name="何富军" initials="何" lastIdx="0" clrIdx="423"/>
  <p:cmAuthor id="425" name="闫秀丽" initials="闫" lastIdx="0" clrIdx="424"/>
  <p:cmAuthor id="426" name="fafa" initials="f" lastIdx="0" clrIdx="425"/>
  <p:cmAuthor id="427" name="qatr130" initials="q" lastIdx="0" clrIdx="426"/>
  <p:cmAuthor id="428" name="袁正海" initials="袁" lastIdx="0" clrIdx="427"/>
  <p:cmAuthor id="429" name="未知用户84" initials="未" lastIdx="0" clrIdx="428"/>
  <p:cmAuthor id="430" name="未知用户88" initials="未" lastIdx="0" clrIdx="429"/>
  <p:cmAuthor id="431" name="未知用户90" initials="未" lastIdx="0" clrIdx="430"/>
  <p:cmAuthor id="432" name="未知用户93" initials="未" lastIdx="0" clrIdx="431"/>
  <p:cmAuthor id="433" name="未知用户94" initials="未" lastIdx="0" clrIdx="432"/>
  <p:cmAuthor id="434" name="未知用户95" initials="未" lastIdx="0" clrIdx="433"/>
  <p:cmAuthor id="435" name="未知用户96" initials="未" lastIdx="0" clrIdx="434"/>
  <p:cmAuthor id="436" name="未知用户99" initials="未" lastIdx="0" clrIdx="435"/>
  <p:cmAuthor id="437" name="橙子" initials="橙" lastIdx="0" clrIdx="436"/>
  <p:cmAuthor id="438" name="加 林" initials="加" lastIdx="0" clrIdx="437"/>
  <p:cmAuthor id="439" name="wenle369@sina.com" initials="w" lastIdx="0" clrIdx="438"/>
  <p:cmAuthor id="440" name="未知用户418" initials="未" lastIdx="0" clrIdx="439"/>
  <p:cmAuthor id="441" name="未知用户271" initials="未" lastIdx="0" clrIdx="440"/>
  <p:cmAuthor id="442" name="think" initials="t" lastIdx="0" clrIdx="441"/>
  <p:cmAuthor id="443" name="过 去" initials="过" lastIdx="0" clrIdx="442"/>
  <p:cmAuthor id="444" name="ChinaUser" initials="C" lastIdx="0" clrIdx="443"/>
  <p:cmAuthor id="445" name="未知用户75" initials="未" lastIdx="0" clrIdx="444"/>
  <p:cmAuthor id="446" name="未知用户76" initials="未" lastIdx="0" clrIdx="445"/>
  <p:cmAuthor id="447" name="linkplus" initials="l" lastIdx="0" clrIdx="446"/>
  <p:cmAuthor id="448" name="未知用户118" initials="未" lastIdx="0" clrIdx="447"/>
  <p:cmAuthor id="449" name="未知用户119" initials="未" lastIdx="0" clrIdx="448"/>
  <p:cmAuthor id="450" name="未知用户120" initials="未" lastIdx="0" clrIdx="449"/>
  <p:cmAuthor id="451" name="未知用户121" initials="未" lastIdx="0" clrIdx="450"/>
  <p:cmAuthor id="452" name="未知用户122" initials="未" lastIdx="0" clrIdx="451"/>
  <p:cmAuthor id="453" name="未知用户123" initials="未" lastIdx="0" clrIdx="452"/>
  <p:cmAuthor id="454" name="未知用户124" initials="未" lastIdx="0" clrIdx="453"/>
  <p:cmAuthor id="455" name="未知用户125" initials="未" lastIdx="0" clrIdx="454"/>
  <p:cmAuthor id="456" name="未知用户126" initials="未" lastIdx="0" clrIdx="455"/>
  <p:cmAuthor id="457" name="未知用户127" initials="未" lastIdx="0" clrIdx="456"/>
  <p:cmAuthor id="458" name="未知用户128" initials="未" lastIdx="0" clrIdx="457"/>
  <p:cmAuthor id="459" name="未知用户129" initials="未" lastIdx="0" clrIdx="458"/>
  <p:cmAuthor id="460" name="未知用户130" initials="未" lastIdx="0" clrIdx="459"/>
  <p:cmAuthor id="461" name="未知用户131" initials="未" lastIdx="0" clrIdx="460"/>
  <p:cmAuthor id="462" name="未知用户132" initials="未" lastIdx="0" clrIdx="461"/>
  <p:cmAuthor id="463" name="未知用户133" initials="未" lastIdx="0" clrIdx="462"/>
  <p:cmAuthor id="464" name="未知用户134" initials="未" lastIdx="0" clrIdx="463"/>
  <p:cmAuthor id="465" name="未知用户135" initials="未" lastIdx="0" clrIdx="464"/>
  <p:cmAuthor id="466" name="未知用户136" initials="未" lastIdx="0" clrIdx="465"/>
  <p:cmAuthor id="467" name="未知用户137" initials="未" lastIdx="0" clrIdx="466"/>
  <p:cmAuthor id="468" name="未知用户138" initials="未" lastIdx="0" clrIdx="467"/>
  <p:cmAuthor id="469" name="未知用户141" initials="未" lastIdx="0" clrIdx="468"/>
  <p:cmAuthor id="470" name="未知用户142" initials="未" lastIdx="0" clrIdx="469"/>
  <p:cmAuthor id="471" name="未知用户143" initials="未" lastIdx="0" clrIdx="470"/>
  <p:cmAuthor id="472" name="未知用户144" initials="未" lastIdx="0" clrIdx="471"/>
  <p:cmAuthor id="473" name="未知用户145" initials="未" lastIdx="0" clrIdx="472"/>
  <p:cmAuthor id="474" name="未知用户114" initials="未" lastIdx="0" clrIdx="473"/>
  <p:cmAuthor id="475" name="未知用户115" initials="未" lastIdx="0" clrIdx="474"/>
  <p:cmAuthor id="476" name="未知用户116" initials="未" lastIdx="0" clrIdx="475"/>
  <p:cmAuthor id="477" name="未知用户117" initials="未" lastIdx="0" clrIdx="476"/>
  <p:cmAuthor id="478" name="未知用户139" initials="未" lastIdx="0" clrIdx="477"/>
  <p:cmAuthor id="479" name="未知用户188" initials="未" lastIdx="0" clrIdx="478"/>
  <p:cmAuthor id="480" name="未知用户189" initials="未" lastIdx="0" clrIdx="479"/>
  <p:cmAuthor id="481" name="未知用户165" initials="未" lastIdx="0" clrIdx="480"/>
  <p:cmAuthor id="482" name="未知用户166" initials="未" lastIdx="0" clrIdx="481"/>
  <p:cmAuthor id="483" name="未知用户167" initials="未" lastIdx="0" clrIdx="482"/>
  <p:cmAuthor id="484" name="未知用户168" initials="未" lastIdx="0" clrIdx="483"/>
  <p:cmAuthor id="485" name="未知用户169" initials="未" lastIdx="0" clrIdx="484"/>
  <p:cmAuthor id="486" name="未知用户170" initials="未" lastIdx="0" clrIdx="485"/>
  <p:cmAuthor id="487" name="未知用户171" initials="未" lastIdx="0" clrIdx="486"/>
  <p:cmAuthor id="488" name="未知用户172" initials="未" lastIdx="0" clrIdx="487"/>
  <p:cmAuthor id="489" name="未知用户173" initials="未" lastIdx="0" clrIdx="488"/>
  <p:cmAuthor id="490" name="未知用户174" initials="未" lastIdx="0" clrIdx="489"/>
  <p:cmAuthor id="491" name="未知用户175" initials="未" lastIdx="0" clrIdx="490"/>
  <p:cmAuthor id="492" name="未知用户176" initials="未" lastIdx="0" clrIdx="491"/>
  <p:cmAuthor id="493" name="未知用户68" initials="未" lastIdx="0" clrIdx="492"/>
  <p:cmAuthor id="494" name="未知用户65" initials="未" lastIdx="0" clrIdx="493"/>
  <p:cmAuthor id="495" name="alen" initials="a" lastIdx="0" clrIdx="494"/>
  <p:cmAuthor id="496" name="USER" initials="U" lastIdx="0" clrIdx="495"/>
  <p:cmAuthor id="497" name="王 一鸣" initials="王" lastIdx="0" clrIdx="496"/>
  <p:cmAuthor id="498" name="Well Li" initials="W" lastIdx="0" clrIdx="497"/>
  <p:cmAuthor id="499" name="任俊宣" initials="任" lastIdx="0" clrIdx="498"/>
  <p:cmAuthor id="500" name="未知用户198" initials="未" lastIdx="0" clrIdx="499"/>
  <p:cmAuthor id="501" name="未知用户150" initials="未" lastIdx="0" clrIdx="500"/>
  <p:cmAuthor id="502" name="未知用户220" initials="未" lastIdx="0" clrIdx="501"/>
  <p:cmAuthor id="503" name="未知用户221" initials="未" lastIdx="0" clrIdx="502"/>
  <p:cmAuthor id="504" name="未知用户199" initials="未" lastIdx="0" clrIdx="503"/>
  <p:cmAuthor id="505" name="未知用户200" initials="未" lastIdx="0" clrIdx="504"/>
  <p:cmAuthor id="506" name="未知用户201" initials="未" lastIdx="0" clrIdx="505"/>
  <p:cmAuthor id="507" name="未知用户214" initials="未" lastIdx="0" clrIdx="506"/>
  <p:cmAuthor id="508" name="未知用户216" initials="未" lastIdx="0" clrIdx="507"/>
  <p:cmAuthor id="509" name="未知用户202" initials="未" lastIdx="0" clrIdx="508"/>
  <p:cmAuthor id="510" name="未知用户203" initials="未" lastIdx="0" clrIdx="509"/>
  <p:cmAuthor id="511" name="未知用户204" initials="未" lastIdx="0" clrIdx="510"/>
  <p:cmAuthor id="512" name="未知用户205" initials="未" lastIdx="0" clrIdx="511"/>
  <p:cmAuthor id="513" name="未知用户206" initials="未" lastIdx="0" clrIdx="512"/>
  <p:cmAuthor id="514" name="未知用户207" initials="未" lastIdx="0" clrIdx="513"/>
  <p:cmAuthor id="515" name="未知用户208" initials="未" lastIdx="0" clrIdx="514"/>
  <p:cmAuthor id="516" name="未知用户209" initials="未" lastIdx="0" clrIdx="515"/>
  <p:cmAuthor id="517" name="未知用户210" initials="未" lastIdx="0" clrIdx="516"/>
  <p:cmAuthor id="518" name="未知用户213" initials="未" lastIdx="0" clrIdx="517"/>
  <p:cmAuthor id="519" name="未知用户211" initials="未" lastIdx="0" clrIdx="518"/>
  <p:cmAuthor id="520" name="?定义" initials="?" lastIdx="0" clrIdx="519"/>
  <p:cmAuthor id="521" name="allan" initials="a" lastIdx="0" clrIdx="520"/>
  <p:cmAuthor id="522" name="zhenwb" initials="z" lastIdx="0" clrIdx="521"/>
  <p:cmAuthor id="523" name="mawei19" initials="m" lastIdx="0" clrIdx="522"/>
  <p:cmAuthor id="524" name="张静_QZZvv2Aj" initials="authorId_625078060" lastIdx="0" clrIdx="523"/>
  <p:cmAuthor id="525" name="王 金谦" initials="王" lastIdx="0" clrIdx="524"/>
  <p:cmAuthor id="526" name="未知用户197" initials="未" lastIdx="0" clrIdx="525"/>
  <p:cmAuthor id="527" name="未知用户337" initials="未" lastIdx="0" clrIdx="526"/>
  <p:cmAuthor id="528" name="未知用户336" initials="未" lastIdx="0" clrIdx="527"/>
  <p:cmAuthor id="529" name="未知用户318" initials="未" lastIdx="0" clrIdx="528"/>
  <p:cmAuthor id="530" name="未知用户320" initials="未" lastIdx="0" clrIdx="529"/>
  <p:cmAuthor id="531" name="未知用户322" initials="未" lastIdx="0" clrIdx="530"/>
  <p:cmAuthor id="532" name="未知用户323" initials="未" lastIdx="0" clrIdx="531"/>
  <p:cmAuthor id="533" name="未知用户287" initials="未" lastIdx="0" clrIdx="532"/>
  <p:cmAuthor id="534" name="未知用户324" initials="未" lastIdx="0" clrIdx="533"/>
  <p:cmAuthor id="535" name="未知用户325" initials="未" lastIdx="0" clrIdx="534"/>
  <p:cmAuthor id="536" name="未知用户290" initials="未" lastIdx="0" clrIdx="535"/>
  <p:cmAuthor id="537" name="未知用户291" initials="未" lastIdx="0" clrIdx="536"/>
  <p:cmAuthor id="538" name="未知用户292" initials="未" lastIdx="0" clrIdx="537"/>
  <p:cmAuthor id="539" name="未知用户293" initials="未" lastIdx="0" clrIdx="538"/>
  <p:cmAuthor id="540" name="未知用户294" initials="未" lastIdx="0" clrIdx="539"/>
  <p:cmAuthor id="541" name="未知用户295" initials="未" lastIdx="0" clrIdx="540"/>
  <p:cmAuthor id="542" name="未知用户326" initials="未" lastIdx="0" clrIdx="541"/>
  <p:cmAuthor id="543" name="未知用户327" initials="未" lastIdx="0" clrIdx="542"/>
  <p:cmAuthor id="544" name="未知用户328" initials="未" lastIdx="0" clrIdx="543"/>
  <p:cmAuthor id="545" name="未知用户299" initials="未" lastIdx="0" clrIdx="544"/>
  <p:cmAuthor id="546" name="未知用户300" initials="未" lastIdx="0" clrIdx="545"/>
  <p:cmAuthor id="547" name="未知用户301" initials="未" lastIdx="0" clrIdx="546"/>
  <p:cmAuthor id="548" name="未知用户302" initials="未" lastIdx="0" clrIdx="547"/>
  <p:cmAuthor id="549" name="未知用户303" initials="未" lastIdx="0" clrIdx="548"/>
  <p:cmAuthor id="550" name="未知用户304" initials="未" lastIdx="0" clrIdx="549"/>
  <p:cmAuthor id="551" name="未知用户305" initials="未" lastIdx="0" clrIdx="550"/>
  <p:cmAuthor id="552" name="未知用户306" initials="未" lastIdx="0" clrIdx="551"/>
  <p:cmAuthor id="553" name="未知用户222" initials="未" lastIdx="0" clrIdx="552"/>
  <p:cmAuthor id="554" name="未知用户224" initials="未" lastIdx="0" clrIdx="553"/>
  <p:cmAuthor id="555" name="未知用户332" initials="未" lastIdx="0" clrIdx="554"/>
  <p:cmAuthor id="556" name="未知用户309" initials="未" lastIdx="0" clrIdx="555"/>
  <p:cmAuthor id="557" name="未知用户310" initials="未" lastIdx="0" clrIdx="556"/>
  <p:cmAuthor id="558" name="未知用户311" initials="未" lastIdx="0" clrIdx="557"/>
  <p:cmAuthor id="559" name="未知用户312" initials="未" lastIdx="0" clrIdx="558"/>
  <p:cmAuthor id="560" name="未知用户313" initials="未" lastIdx="0" clrIdx="559"/>
  <p:cmAuthor id="561" name="未知用户335" initials="未" lastIdx="0" clrIdx="560"/>
  <p:cmAuthor id="562" name="未知用户316" initials="未" lastIdx="0" clrIdx="561"/>
  <p:cmAuthor id="563" name="未知用户277" initials="未" lastIdx="0" clrIdx="562"/>
  <p:cmAuthor id="564" name="未知用户278" initials="未" lastIdx="0" clrIdx="563"/>
  <p:cmAuthor id="565" name="未知用户272" initials="未" lastIdx="0" clrIdx="564"/>
  <p:cmAuthor id="566" name="未知用户273" initials="未" lastIdx="0" clrIdx="565"/>
  <p:cmAuthor id="567" name="未知用户279" initials="未" lastIdx="0" clrIdx="566"/>
  <p:cmAuthor id="568" name="未知用户233" initials="未" lastIdx="0" clrIdx="567"/>
  <p:cmAuthor id="569" name="未知用户229" initials="未" lastIdx="0" clrIdx="568"/>
  <p:cmAuthor id="570" name="未知用户234" initials="未" lastIdx="0" clrIdx="569"/>
  <p:cmAuthor id="571" name="未知用户274" initials="未" lastIdx="0" clrIdx="570"/>
  <p:cmAuthor id="572" name="未知用户236" initials="未" lastIdx="0" clrIdx="571"/>
  <p:cmAuthor id="573" name="未知用户280" initials="未" lastIdx="0" clrIdx="572"/>
  <p:cmAuthor id="574" name="未知用户238" initials="未" lastIdx="0" clrIdx="573"/>
  <p:cmAuthor id="575" name="未知用户239" initials="未" lastIdx="0" clrIdx="574"/>
  <p:cmAuthor id="576" name="未知用户240" initials="未" lastIdx="0" clrIdx="575"/>
  <p:cmAuthor id="577" name="未知用户241" initials="未" lastIdx="0" clrIdx="576"/>
  <p:cmAuthor id="578" name="未知用户242" initials="未" lastIdx="0" clrIdx="577"/>
  <p:cmAuthor id="579" name="未知用户243" initials="未" lastIdx="0" clrIdx="578"/>
  <p:cmAuthor id="580" name="未知用户244" initials="未" lastIdx="0" clrIdx="579"/>
  <p:cmAuthor id="581" name="未知用户245" initials="未" lastIdx="0" clrIdx="580"/>
  <p:cmAuthor id="582" name="未知用户246" initials="未" lastIdx="0" clrIdx="581"/>
  <p:cmAuthor id="583" name="未知用户247" initials="未" lastIdx="0" clrIdx="582"/>
  <p:cmAuthor id="584" name="未知用户248" initials="未" lastIdx="0" clrIdx="583"/>
  <p:cmAuthor id="585" name="未知用户249" initials="未" lastIdx="0" clrIdx="584"/>
  <p:cmAuthor id="586" name="未知用户250" initials="未" lastIdx="0" clrIdx="585"/>
  <p:cmAuthor id="587" name="未知用户251" initials="未" lastIdx="0" clrIdx="586"/>
  <p:cmAuthor id="588" name="未知用户252" initials="未" lastIdx="0" clrIdx="587"/>
  <p:cmAuthor id="589" name="未知用户253" initials="未" lastIdx="0" clrIdx="588"/>
  <p:cmAuthor id="590" name="未知用户254" initials="未" lastIdx="0" clrIdx="589"/>
  <p:cmAuthor id="591" name="未知用户255" initials="未" lastIdx="0" clrIdx="590"/>
  <p:cmAuthor id="592" name="未知用户256" initials="未" lastIdx="0" clrIdx="591"/>
  <p:cmAuthor id="593" name="未知用户257" initials="未" lastIdx="0" clrIdx="592"/>
  <p:cmAuthor id="594" name="未知用户258" initials="未" lastIdx="0" clrIdx="593"/>
  <p:cmAuthor id="595" name="未知用户259" initials="未" lastIdx="0" clrIdx="594"/>
  <p:cmAuthor id="596" name="未知用户260" initials="未" lastIdx="0" clrIdx="595"/>
  <p:cmAuthor id="597" name="未知用户275" initials="未" lastIdx="0" clrIdx="596"/>
  <p:cmAuthor id="598" name="未知用户276" initials="未" lastIdx="0" clrIdx="597"/>
  <p:cmAuthor id="599" name="未知用户263" initials="未" lastIdx="0" clrIdx="598"/>
  <p:cmAuthor id="600" name="未知用户264" initials="未" lastIdx="0" clrIdx="599"/>
  <p:cmAuthor id="601" name="未知用户265" initials="未" lastIdx="0" clrIdx="600"/>
  <p:cmAuthor id="602" name="未知用户266" initials="未" lastIdx="0" clrIdx="601"/>
  <p:cmAuthor id="603" name="未知用户267" initials="未" lastIdx="0" clrIdx="602"/>
  <p:cmAuthor id="604" name="未知用户268" initials="未" lastIdx="0" clrIdx="603"/>
  <p:cmAuthor id="605" name="未知用户269" initials="未" lastIdx="0" clrIdx="604"/>
  <p:cmAuthor id="606" name="未知用户270" initials="未" lastIdx="0" clrIdx="605"/>
  <p:cmAuthor id="607" name="未知用户193" initials="未" lastIdx="0" clrIdx="606"/>
  <p:cmAuthor id="608" name="未知用户195" initials="未" lastIdx="0" clrIdx="607"/>
  <p:cmAuthor id="609" name="未知用户196" initials="未" lastIdx="0" clrIdx="608"/>
  <p:cmAuthor id="610" name="未知用户358" initials="未" lastIdx="0" clrIdx="609"/>
  <p:cmAuthor id="611" name="未知用户359" initials="未" lastIdx="0" clrIdx="610"/>
  <p:cmAuthor id="612" name="未知用户360" initials="未" lastIdx="0" clrIdx="611"/>
  <p:cmAuthor id="613" name="未知用户361" initials="未" lastIdx="0" clrIdx="612"/>
  <p:cmAuthor id="614" name="未知用户364" initials="未" lastIdx="0" clrIdx="613"/>
  <p:cmAuthor id="615" name="未知用户288" initials="未" lastIdx="0" clrIdx="614"/>
  <p:cmAuthor id="616" name="未知用户297" initials="未" lastIdx="0" clrIdx="615"/>
  <p:cmAuthor id="617" name="未知用户298" initials="未" lastIdx="0" clrIdx="616"/>
  <p:cmAuthor id="618" name="未知用户307" initials="未" lastIdx="0" clrIdx="617"/>
  <p:cmAuthor id="619" name="未知用户308" initials="未" lastIdx="0" clrIdx="618"/>
  <p:cmAuthor id="620" name="未知用户315" initials="未" lastIdx="0" clrIdx="619"/>
  <p:cmAuthor id="621" name="未知用户317" initials="未" lastIdx="0" clrIdx="620"/>
  <p:cmAuthor id="622" name="未知用户329" initials="未" lastIdx="0" clrIdx="621"/>
  <p:cmAuthor id="623" name="未知用户333" initials="未" lastIdx="0" clrIdx="622"/>
  <p:cmAuthor id="624" name="未知用户334" initials="未" lastIdx="0" clrIdx="623"/>
  <p:cmAuthor id="625" name="未知用户340" initials="未" lastIdx="0" clrIdx="624"/>
  <p:cmAuthor id="626" name="未知用户341" initials="未" lastIdx="0" clrIdx="625"/>
  <p:cmAuthor id="627" name="未知用户342" initials="未" lastIdx="0" clrIdx="626"/>
  <p:cmAuthor id="628" name="未知用户343" initials="未" lastIdx="0" clrIdx="627"/>
  <p:cmAuthor id="629" name="未知用户344" initials="未" lastIdx="0" clrIdx="628"/>
  <p:cmAuthor id="630" name="未知用户345" initials="未" lastIdx="0" clrIdx="629"/>
  <p:cmAuthor id="631" name="未知用户365" initials="未" lastIdx="0" clrIdx="630"/>
  <p:cmAuthor id="632" name="未知用户366" initials="未" lastIdx="0" clrIdx="631"/>
  <p:cmAuthor id="633" name="未知用户367" initials="未" lastIdx="0" clrIdx="632"/>
  <p:cmAuthor id="634" name="未知用户368" initials="未" lastIdx="0" clrIdx="633"/>
  <p:cmAuthor id="635" name="未知用户403" initials="未" lastIdx="0" clrIdx="634"/>
  <p:cmAuthor id="636" name="未知用户402" initials="未" lastIdx="0" clrIdx="635"/>
  <p:cmAuthor id="637" name="未知用户379" initials="未" lastIdx="0" clrIdx="636"/>
  <p:cmAuthor id="638" name="未知用户380" initials="未" lastIdx="0" clrIdx="637"/>
  <p:cmAuthor id="639" name="未知用户405" initials="未" lastIdx="0" clrIdx="638"/>
  <p:cmAuthor id="640" name="未知用户382" initials="未" lastIdx="0" clrIdx="639"/>
  <p:cmAuthor id="641" name="未知用户383" initials="未" lastIdx="0" clrIdx="640"/>
  <p:cmAuthor id="642" name="未知用户384" initials="未" lastIdx="0" clrIdx="641"/>
  <p:cmAuthor id="643" name="未知用户385" initials="未" lastIdx="0" clrIdx="642"/>
  <p:cmAuthor id="644" name="未知用户386" initials="未" lastIdx="0" clrIdx="643"/>
  <p:cmAuthor id="645" name="未知用户387" initials="未" lastIdx="0" clrIdx="644"/>
  <p:cmAuthor id="646" name="未知用户388" initials="未" lastIdx="0" clrIdx="645"/>
  <p:cmAuthor id="647" name="未知用户411" initials="未" lastIdx="0" clrIdx="646"/>
  <p:cmAuthor id="648" name="未知用户389" initials="未" lastIdx="0" clrIdx="647"/>
  <p:cmAuthor id="649" name="未知用户390" initials="未" lastIdx="0" clrIdx="648"/>
  <p:cmAuthor id="650" name="未知用户391" initials="未" lastIdx="0" clrIdx="649"/>
  <p:cmAuthor id="651" name="未知用户392" initials="未" lastIdx="0" clrIdx="650"/>
  <p:cmAuthor id="652" name="未知用户393" initials="未" lastIdx="0" clrIdx="651"/>
  <p:cmAuthor id="653" name="未知用户394" initials="未" lastIdx="0" clrIdx="652"/>
  <p:cmAuthor id="654" name="未知用户395" initials="未" lastIdx="0" clrIdx="653"/>
  <p:cmAuthor id="655" name="未知用户396" initials="未" lastIdx="0" clrIdx="654"/>
  <p:cmAuthor id="656" name="未知用户406" initials="未" lastIdx="0" clrIdx="655"/>
  <p:cmAuthor id="657" name="未知用户397" initials="未" lastIdx="0" clrIdx="656"/>
  <p:cmAuthor id="658" name="未知用户407" initials="未" lastIdx="0" clrIdx="657"/>
  <p:cmAuthor id="659" name="未知用户398" initials="未" lastIdx="0" clrIdx="658"/>
  <p:cmAuthor id="660" name="未知用户399" initials="未" lastIdx="0" clrIdx="659"/>
  <p:cmAuthor id="661" name="未知用户400" initials="未" lastIdx="0" clrIdx="660"/>
  <p:cmAuthor id="662" name="未知用户401" initials="未" lastIdx="0" clrIdx="661"/>
  <p:cmAuthor id="663" name="未知用户420" initials="未" lastIdx="0" clrIdx="662"/>
  <p:cmAuthor id="664" name="未知用户421" initials="未" lastIdx="0" clrIdx="663"/>
  <p:cmAuthor id="665" name="未知用户422" initials="未" lastIdx="0" clrIdx="664"/>
  <p:cmAuthor id="666" name="未知用户423" initials="未" lastIdx="0" clrIdx="665"/>
  <p:cmAuthor id="667" name="未知用户424" initials="未" lastIdx="0" clrIdx="666"/>
  <p:cmAuthor id="668" name="未知用户419" initials="未" lastIdx="0" clrIdx="667"/>
  <p:cmAuthor id="669" name="未知用户425" initials="未" lastIdx="0" clrIdx="668"/>
  <p:cmAuthor id="670" name="未知用户426" initials="未" lastIdx="0" clrIdx="669"/>
  <p:cmAuthor id="671" name="未知用户428" initials="未" lastIdx="0" clrIdx="670"/>
  <p:cmAuthor id="672" name="未知用户429" initials="未" lastIdx="0" clrIdx="671"/>
  <p:cmAuthor id="673" name="未知用户430" initials="未" lastIdx="0" clrIdx="672"/>
  <p:cmAuthor id="674" name="未知用户431" initials="未" lastIdx="0" clrIdx="673"/>
  <p:cmAuthor id="675" name="未知用户432" initials="未" lastIdx="0" clrIdx="674"/>
  <p:cmAuthor id="676" name="未知用户433" initials="未" lastIdx="0" clrIdx="675"/>
  <p:cmAuthor id="677" name="未知用户434" initials="未" lastIdx="0" clrIdx="676"/>
  <p:cmAuthor id="678" name="未知用户435" initials="未" lastIdx="0" clrIdx="677"/>
  <p:cmAuthor id="679" name="未知用户436" initials="未" lastIdx="0" clrIdx="678"/>
  <p:cmAuthor id="680" name="未知用户437" initials="未" lastIdx="0" clrIdx="679"/>
  <p:cmAuthor id="681" name="未知用户438" initials="未" lastIdx="0" clrIdx="680"/>
  <p:cmAuthor id="682" name="未知用户417" initials="未" lastIdx="0" clrIdx="681"/>
  <p:cmAuthor id="683" name="未知用户439" initials="未" lastIdx="0" clrIdx="682"/>
  <p:cmAuthor id="684" name="未知用户440" initials="未" lastIdx="0" clrIdx="683"/>
  <p:cmAuthor id="685" name="未知用户441" initials="未" lastIdx="0" clrIdx="684"/>
  <p:cmAuthor id="686" name="未知用户442" initials="未" lastIdx="0" clrIdx="685"/>
  <p:cmAuthor id="687" name="未知用户443" initials="未" lastIdx="0" clrIdx="686"/>
  <p:cmAuthor id="688" name="未知用户444" initials="未" lastIdx="0" clrIdx="687"/>
  <p:cmAuthor id="689" name="未知用户445" initials="未" lastIdx="0" clrIdx="688"/>
  <p:cmAuthor id="690" name="未知用户446" initials="未" lastIdx="0" clrIdx="689"/>
  <p:cmAuthor id="691" name="未知用户447" initials="未" lastIdx="0" clrIdx="690"/>
  <p:cmAuthor id="692" name="未知用户448" initials="未" lastIdx="0" clrIdx="691"/>
  <p:cmAuthor id="693" name="刘浩" initials="刘" lastIdx="0" clrIdx="692"/>
  <p:cmAuthor id="694" name="Vivian Liu" initials="VL" lastIdx="0" clrIdx="693"/>
  <p:cmAuthor id="695" name="liu tingting" initials="lt" lastIdx="0" clrIdx="694"/>
  <p:cmAuthor id="696" name="伟哥" initials="伟哥" lastIdx="0" clrIdx="695"/>
  <p:cmAuthor id="697" name="孙 澍" initials="孙" lastIdx="0" clrIdx="696"/>
  <p:cmAuthor id="698" name="启浩" initials="启" lastIdx="0" clrIdx="697"/>
  <p:cmAuthor id="699" name="袨?嗴?傤?" initials="袨" lastIdx="0" clrIdx="698"/>
  <p:cmAuthor id="700" name="未知用户192" initials="未" lastIdx="0" clrIdx="699"/>
  <p:cmAuthor id="701" name="骆倩怡_Znauj26B" initials="authorId_382814100" lastIdx="0" clrIdx="700"/>
  <p:cmAuthor id="702" name="部室管理员/软件开发中心/总行机关/ABC" initials="部" lastIdx="0" clrIdx="701"/>
  <p:cmAuthor id="703" name="廖爽亚" initials="廖" lastIdx="0" clrIdx="702"/>
  <p:cmAuthor id="704" name="zilong.li" initials="z" lastIdx="0" clrIdx="703"/>
  <p:cmAuthor id="705" name="James Conard" initials="J" lastIdx="0" clrIdx="704"/>
  <p:cmAuthor id="706" name="TaiKang" initials="T" lastIdx="0" clrIdx="705"/>
  <p:cmAuthor id="707" name="未知用户410" initials="未" lastIdx="0" clrIdx="706"/>
  <p:cmAuthor id="708" name="ae2000" initials="a" lastIdx="0" clrIdx="707"/>
  <p:cmAuthor id="709" name="xq" initials="x" lastIdx="0" clrIdx="708"/>
  <p:cmAuthor id="710" name="chenzheng4" initials="c" lastIdx="0" clrIdx="709"/>
  <p:cmAuthor id="711" name="王 震环" initials="王" lastIdx="0" clrIdx="710"/>
  <p:cmAuthor id="712" name="李建阳（内蒙古英才管培生）" initials="李" lastIdx="0" clrIdx="711"/>
  <p:cmAuthor id="713" name="pingchangxin@outlook.com LI" initials="p" lastIdx="0" clrIdx="712"/>
  <p:cmAuthor id="714" name="张晓燕(内蒙古巴彦淖尔)" initials="张" lastIdx="0" clrIdx="713"/>
  <p:cmAuthor id="715" name="王凯" initials="王" lastIdx="0" clrIdx="714"/>
  <p:cmAuthor id="716" name="LUO CHENG" initials="L" lastIdx="0" clrIdx="715"/>
  <p:cmAuthor id="717" name="shenyanning-001" initials="s" lastIdx="0" clrIdx="716"/>
  <p:cmAuthor id="718" name="Evander Wan" initials="E" lastIdx="0" clrIdx="717"/>
  <p:cmAuthor id="719" name="bing" initials="b" lastIdx="0" clrIdx="718"/>
  <p:cmAuthor id="720" name="Hope0187" initials="H" lastIdx="0" clrIdx="719"/>
  <p:cmAuthor id="721" name="Cpic" initials="C" lastIdx="0" clrIdx="720"/>
  <p:cmAuthor id="722" name="个险部" initials="个" lastIdx="0" clrIdx="721"/>
  <p:cmAuthor id="723" name="丹 王" initials="丹" lastIdx="0" clrIdx="722"/>
  <p:cmAuthor id="724" name="刘 念" initials="刘" lastIdx="0" clrIdx="723"/>
  <p:cmAuthor id="725" name="Wangzhi gang" initials="W" lastIdx="0" clrIdx="724"/>
  <p:cmAuthor id="726" name="李柯然" initials="李" lastIdx="0" clrIdx="725"/>
  <p:cmAuthor id="727" name="LENOVO" initials="L" lastIdx="0" clrIdx="726"/>
  <p:cmAuthor id="728" name="王玉" initials="王" lastIdx="0" clrIdx="727"/>
  <p:cmAuthor id="729" name="Ming Zuo" initials="M" lastIdx="0" clrIdx="728"/>
  <p:cmAuthor id="730" name="张星-lgd" initials="张" lastIdx="0" clrIdx="729"/>
  <p:cmAuthor id="731" name="dreamsummit" initials="d" lastIdx="0" clrIdx="730"/>
  <p:cmAuthor id="732" name="张 博" initials="张" lastIdx="0" clrIdx="731"/>
  <p:cmAuthor id="733" name="LS" initials="L" lastIdx="0" clrIdx="732"/>
  <p:cmAuthor id="734" name="Morgan, Aaron" initials="M" lastIdx="0" clrIdx="733"/>
  <p:cmAuthor id="735" name="weige" initials="w" lastIdx="0" clrIdx="734"/>
  <p:cmAuthor id="736" name="songchunhua" initials="s" lastIdx="0" clrIdx="735"/>
  <p:cmAuthor id="737" name="李 俊琦" initials="李" lastIdx="0" clrIdx="736"/>
  <p:cmAuthor id="738" name="沈 鹤" initials="沈" lastIdx="0" clrIdx="737"/>
  <p:cmAuthor id="739" name="jilin" initials="j" lastIdx="0" clrIdx="738"/>
  <p:cmAuthor id="740" name="王保青-pah" initials="王" lastIdx="0" clrIdx="739"/>
  <p:cmAuthor id="741" name="Luo Mingjie" initials="L" lastIdx="0" clrIdx="740"/>
  <p:cmAuthor id="742" name="Jason Li" initials="J" lastIdx="0" clrIdx="741"/>
  <p:cmAuthor id="743" name="duxingge" initials="d" lastIdx="0" clrIdx="742"/>
  <p:cmAuthor id="744" name="yingchao xi" initials="y" lastIdx="0" clrIdx="743"/>
  <p:cmAuthor id="745" name="depeng diao" initials="d" lastIdx="0" clrIdx="744"/>
  <p:cmAuthor id="746" name="amyzhang" initials="a" lastIdx="0" clrIdx="745"/>
  <p:cmAuthor id="747" name="JerryW" initials="J" lastIdx="0" clrIdx="746"/>
  <p:cmAuthor id="748" name="shenyy" initials="s" lastIdx="0" clrIdx="747"/>
  <p:cmAuthor id="749" name="Jason Cheung" initials="J" lastIdx="0" clrIdx="748"/>
  <p:cmAuthor id="750" name="刘笑" initials="刘" lastIdx="0" clrIdx="749"/>
  <p:cmAuthor id="751" name="杨姗" initials="杨" lastIdx="0" clrIdx="750"/>
  <p:cmAuthor id="752" name="admini" initials="a" lastIdx="0" clrIdx="751"/>
  <p:cmAuthor id="753" name="Maggie" initials="M" lastIdx="0" clrIdx="752"/>
  <p:cmAuthor id="754" name="田海兰" initials="田" lastIdx="0" clrIdx="753"/>
  <p:cmAuthor id="755" name="韩冰" initials="韩" lastIdx="0" clrIdx="754"/>
  <p:cmAuthor id="756" name="冯敏" initials="冯" lastIdx="0" clrIdx="755"/>
  <p:cmAuthor id="757" name="zhao wei" initials="z" lastIdx="0" clrIdx="756"/>
  <p:cmAuthor id="758" name="821375975@qq.com" initials="8" lastIdx="0" clrIdx="757"/>
  <p:cmAuthor id="759" name="施普希（菜菜）" initials="施" lastIdx="0" clrIdx="758"/>
  <p:cmAuthor id="760" name="曹 朝辉" initials="曹" lastIdx="0" clrIdx="759"/>
  <p:cmAuthor id="761" name="我" initials="我" lastIdx="0" clrIdx="760"/>
  <p:cmAuthor id="762" name="cpic" initials="c" lastIdx="0" clrIdx="761"/>
  <p:cmAuthor id="763" name="齐涛" initials="齐" lastIdx="0" clrIdx="762"/>
  <p:cmAuthor id="764" name="张 步伟" initials="张" lastIdx="0" clrIdx="763"/>
  <p:cmAuthor id="765" name="李红钢" initials="李" lastIdx="0" clrIdx="764"/>
  <p:cmAuthor id="766" name="McGlasson, Louise" initials="M" lastIdx="0" clrIdx="765"/>
  <p:cmAuthor id="767" name="刘国强" initials="刘" lastIdx="0" clrIdx="766"/>
  <p:cmAuthor id="768" name="孙璐璐" initials="孙" lastIdx="0" clrIdx="767"/>
  <p:cmAuthor id="769" name="Windows User" initials="W" lastIdx="0" clrIdx="768"/>
  <p:cmAuthor id="770" name="sylvia lee" initials="" lastIdx="0" clrIdx="769"/>
  <p:cmAuthor id="771" name="ST-Zhaoyamo" initials="S" lastIdx="0" clrIdx="770"/>
  <p:cmAuthor id="772" name="zhaoling23" initials="" lastIdx="0" clrIdx="771"/>
  <p:cmAuthor id="773" name="肖婧" initials="肖" lastIdx="0" clrIdx="772"/>
  <p:cmAuthor id="774" name="张洲萌" initials="张" lastIdx="0" clrIdx="773"/>
  <p:cmAuthor id="775" name="王芳" initials="王" lastIdx="0" clrIdx="774"/>
  <p:cmAuthor id="776" name="杨 贺春" initials="杨" lastIdx="0" clrIdx="775"/>
  <p:cmAuthor id="777" name="超乎想象" initials="超" lastIdx="0" clrIdx="776"/>
  <p:cmAuthor id="778" name="ROSIEANNA" initials="" lastIdx="0" clrIdx="777"/>
  <p:cmAuthor id="779" name="远 姚" initials="远" lastIdx="0" clrIdx="778"/>
  <p:cmAuthor id="780" name="华为" initials="华" lastIdx="0" clrIdx="779"/>
  <p:cmAuthor id="781" name="JAMES 杨" initials="" lastIdx="0" clrIdx="780"/>
  <p:cmAuthor id="782" name="闫志深" initials="" lastIdx="0" clrIdx="781"/>
  <p:cmAuthor id="783" name="许 爽" initials="许" lastIdx="0" clrIdx="782"/>
  <p:cmAuthor id="784" name="未知用户319" initials="未" lastIdx="0" clrIdx="783"/>
  <p:cmAuthor id="785" name="Picc" initials="" lastIdx="0" clrIdx="784"/>
  <p:cmAuthor id="786" name="曾蓓/贝贝" initials="曾" lastIdx="0" clrIdx="785"/>
  <p:cmAuthor id="787" name="Laptop Go" initials="L" lastIdx="0" clrIdx="786"/>
  <p:cmAuthor id="788" name="沈思源" initials="沈思源" lastIdx="0" clrIdx="787"/>
  <p:cmAuthor id="789" name="余森" initials="余森" lastIdx="0" clrIdx="788"/>
  <p:cmAuthor id="790" name="未知用户427" initials="未" lastIdx="0" clrIdx="789"/>
  <p:cmAuthor id="791" name="郭成报" initials="郭" lastIdx="0" clrIdx="790"/>
  <p:cmAuthor id="792" name="谢静波" initials="谢" lastIdx="0" clrIdx="791"/>
  <p:cmAuthor id="793" name="zcy" initials="z" lastIdx="0" clrIdx="792"/>
  <p:cmAuthor id="794" name="tkadmin" initials="t" lastIdx="0" clrIdx="793"/>
  <p:cmAuthor id="795" name="zhang li" initials="z" lastIdx="0" clrIdx="794"/>
  <p:cmAuthor id="796" name="王岩" initials="王" lastIdx="0" clrIdx="795"/>
  <p:cmAuthor id="797" name="DELL" initials="D" lastIdx="0" clrIdx="796"/>
  <p:cmAuthor id="798" name="cs" initials="c" lastIdx="0" clrIdx="797"/>
  <p:cmAuthor id="799" name="wfbs" initials="w" lastIdx="0" clrIdx="798"/>
  <p:cmAuthor id="800" name="zhouyangfan" initials="z" lastIdx="0" clrIdx="799"/>
  <p:cmAuthor id="801" name="PPTer_Tang" initials="P" lastIdx="0" clrIdx="800"/>
  <p:cmAuthor id="802" name="942118604@qq.com" initials="9" lastIdx="0" clrIdx="801"/>
  <p:cmAuthor id="803" name="丁喆彤" initials="丁" lastIdx="0" clrIdx="802"/>
  <p:cmAuthor id="804" name="huangxm31" initials="h" lastIdx="0" clrIdx="803"/>
  <p:cmAuthor id="805" name="张辉" initials="张" lastIdx="0" clrIdx="804"/>
  <p:cmAuthor id="806" name="hainan zheng" initials="h" lastIdx="0" clrIdx="805"/>
  <p:cmAuthor id="807" name="gayxb" initials="g" lastIdx="0" clrIdx="806"/>
  <p:cmAuthor id="808" name="lish54" initials="l" lastIdx="0" clrIdx="807"/>
  <p:cmAuthor id="809" name="yiwei zhu" initials="y" lastIdx="0" clrIdx="808"/>
  <p:cmAuthor id="810" name="殷 积波" initials="殷" lastIdx="0" clrIdx="809"/>
  <p:cmAuthor id="811" name="林玲 郑" initials="林" lastIdx="0" clrIdx="810"/>
  <p:cmAuthor id="812" name="554154816@qq.com" initials="5" lastIdx="0" clrIdx="811"/>
  <p:cmAuthor id="813" name="志刚 赵" initials="志" lastIdx="0" clrIdx="812"/>
  <p:cmAuthor id="814" name="wtt" initials="w" lastIdx="0" clrIdx="813"/>
  <p:cmAuthor id="815" name="catlaohu" initials="c" lastIdx="0" clrIdx="814"/>
  <p:cmAuthor id="816" name="崔冶鸣（内蒙古英才管培生）" initials="崔" lastIdx="0" clrIdx="815"/>
  <p:cmAuthor id="817" name="雨林木风" initials="雨" lastIdx="0" clrIdx="816"/>
  <p:cmAuthor id="818" name="39538" initials="3" lastIdx="0" clrIdx="817"/>
  <p:cmAuthor id="819" name="袁缘" initials="袁" lastIdx="0" clrIdx="818"/>
  <p:cmAuthor id="820" name="黄晓平" initials="黄" lastIdx="0" clrIdx="819"/>
  <p:cmAuthor id="821" name="小延魔法师" initials="小" lastIdx="0" clrIdx="820"/>
  <p:cmAuthor id="822" name="群智集" initials="群" lastIdx="0" clrIdx="821"/>
  <p:cmAuthor id="823" name="李金金" initials="李金金" lastIdx="0" clrIdx="822"/>
  <p:cmAuthor id="824" name="晓琳 李" initials="晓琳" lastIdx="0" clrIdx="823"/>
  <p:cmAuthor id="825" name="刘海娜|liuhaina" initials="W用" lastIdx="0" clrIdx="824"/>
  <p:cmAuthor id="826" name="公然 王" initials="公王" lastIdx="0" clrIdx="825"/>
  <p:cmAuthor id="827" name="M7100z-win7" initials="M" lastIdx="0" clrIdx="826"/>
  <p:cmAuthor id="828" name="吕震" initials="吕" lastIdx="0" clrIdx="827"/>
  <p:cmAuthor id="829" name="周路" initials="W" lastIdx="0" clrIdx="828"/>
  <p:cmAuthor id="830" name="贺淞 许" initials="贺许" lastIdx="0" clrIdx="829"/>
  <p:cmAuthor id="831" name="hh" initials="h" lastIdx="0" clrIdx="830"/>
  <p:cmAuthor id="832" name="未知用户194" initials="未" lastIdx="0" clrIdx="831"/>
  <p:cmAuthor id="833" name="董晔" initials="董" lastIdx="0" clrIdx="832"/>
  <p:cmAuthor id="834" name="郭书含" initials="郭" lastIdx="0" clrIdx="833"/>
  <p:cmAuthor id="835" name="sivaram" initials="s" lastIdx="0" clrIdx="834"/>
  <p:cmAuthor id="836" name="пользователь Microsoft Office" initials="п" lastIdx="0" clrIdx="835"/>
  <p:cmAuthor id="837" name="刘淼" initials="刘" lastIdx="0" clrIdx="836"/>
  <p:cmAuthor id="838" name="Office 365" initials="O" lastIdx="0" clrIdx="837"/>
  <p:cmAuthor id="839" name="1716266060@qq.com" initials="1" lastIdx="0" clrIdx="838"/>
  <p:cmAuthor id="840" name="tpxiao" initials="t" lastIdx="0" clrIdx="839"/>
  <p:cmAuthor id="841" name="video" initials="v" lastIdx="0" clrIdx="840"/>
  <p:cmAuthor id="842" name="lin lin" initials="l" lastIdx="0" clrIdx="841"/>
  <p:cmAuthor id="843" name="邓蓉榕" initials="邓" lastIdx="0" clrIdx="842"/>
  <p:cmAuthor id="844" name="benbenonroad zhao" initials="b" lastIdx="0" clrIdx="843"/>
  <p:cmAuthor id="845" name="柯 少鹏" initials="柯" lastIdx="0" clrIdx="844"/>
  <p:cmAuthor id="846" name="周尔淇_77Jjqi2i" initials="authorId_762102927" lastIdx="0" clrIdx="845"/>
  <p:cmAuthor id="847" name="马冬_eA7j3M3i" initials="authorId_1577143959" lastIdx="0" clrIdx="846"/>
  <p:cmAuthor id="848" name="韩雨" initials="韩" lastIdx="0" clrIdx="847"/>
  <p:cmAuthor id="849" name="林桦桦" initials="林" lastIdx="0" clrIdx="848"/>
  <p:cmAuthor id="850" name="aliutao007@163.com" initials="a" lastIdx="0" clrIdx="849"/>
  <p:cmAuthor id="851" name="未知用户56" initials="" lastIdx="0" clrIdx="850"/>
  <p:cmAuthor id="852" name="未知的使用者123" initials="" lastIdx="0" clrIdx="851"/>
  <p:cmAuthor id="853" name="殷格非" initials="殷" lastIdx="0" clrIdx="852"/>
  <p:cmAuthor id="854" name="z r" initials="zr" lastIdx="0" clrIdx="853"/>
  <p:cmAuthor id="855" name="章宝林|zhangbaolin" initials="章宝林" lastIdx="0" clrIdx="854"/>
  <p:cmAuthor id="856" name="郑杨燚|zhengyangyi" initials="郑杨燚" lastIdx="0" clrIdx="855"/>
  <p:cmAuthor id="857" name="虞新颖_36fmV3QV" initials="authorId_321496044" lastIdx="0" clrIdx="856"/>
  <p:cmAuthor id="858" name="仇怿俊" initials="仇" lastIdx="0" clrIdx="857"/>
  <p:cmAuthor id="859" name="Xiaosu Wang" initials="XW" lastIdx="0" clrIdx="858"/>
  <p:cmAuthor id="860" name="shuaibing" initials="s" lastIdx="0" clrIdx="859"/>
  <p:cmAuthor id="861" name="陈冰靓" initials="陈" lastIdx="0" clrIdx="860"/>
  <p:cmAuthor id="862" name="tianjuan555555@outlook.com" initials="t" lastIdx="0" clrIdx="861"/>
  <p:cmAuthor id="863" name="韩喆权" initials="韩" lastIdx="0" clrIdx="862"/>
  <p:cmAuthor id="864" name="吴杰" initials="吴" lastIdx="0" clrIdx="863"/>
  <p:cmAuthor id="865" name="xikai gao" initials="x" lastIdx="0" clrIdx="864"/>
  <p:cmAuthor id="866" name="赵威然" initials="赵" lastIdx="0" clrIdx="865"/>
  <p:cmAuthor id="867" name="喰?" initials="喰" lastIdx="0" clrIdx="866"/>
  <p:cmAuthor id="868" name="黄洁雯" initials="黄" lastIdx="0" clrIdx="867"/>
  <p:cmAuthor id="869" name="easonyoun" initials="e" lastIdx="0" clrIdx="868"/>
  <p:cmAuthor id="870" name="pengfei shen" initials="ps" lastIdx="0" clrIdx="869"/>
  <p:cmAuthor id="871" name="Wu, Jing 1. (NSB - CN/Hangzhou)" initials="WJ1(C" lastIdx="0" clrIdx="870"/>
  <p:cmAuthor id="872" name="王 婧" initials="王" lastIdx="0" clrIdx="871"/>
  <p:cmAuthor id="873" name="未知用户50" initials="未" lastIdx="0" clrIdx="872"/>
  <p:cmAuthor id="874" name="沈霄雷" initials="沈" lastIdx="0" clrIdx="873"/>
  <p:cmAuthor id="875" name="李哲(ZheLi)-顺丰科技" initials="a" lastIdx="0" clrIdx="874"/>
  <p:cmAuthor id="876" name="Echo" initials="E" lastIdx="0" clrIdx="875"/>
  <p:cmAuthor id="877" name="未知用户314" initials="未" lastIdx="0" clrIdx="876"/>
  <p:cmAuthor id="878" name="用户" initials="用" lastIdx="0" clrIdx="877"/>
  <p:cmAuthor id="879" name="sizx" initials="s" lastIdx="0" clrIdx="878"/>
  <p:cmAuthor id="880" name="a1270005862@outlook.com" initials="a" lastIdx="0" clrIdx="879"/>
  <p:cmAuthor id="881" name="实习生_严政宇" initials="实" lastIdx="0" clrIdx="880"/>
  <p:cmAuthor id="882" name="sai han" initials="sh" lastIdx="0" clrIdx="881"/>
  <p:cmAuthor id="883" name="朱晓彤" initials="C" lastIdx="0" clrIdx="882"/>
  <p:cmAuthor id="884" name="22010" initials="2" lastIdx="0" clrIdx="883"/>
  <p:cmAuthor id="885" name="daliang xu" initials="d" lastIdx="0" clrIdx="884"/>
  <p:cmAuthor id="886" name="刘凯欣" initials="刘" lastIdx="0" clrIdx="885"/>
  <p:cmAuthor id="887" name="3930" initials="3" lastIdx="0" clrIdx="886"/>
  <p:cmAuthor id="888" name="Bo" initials="B" lastIdx="0" clrIdx="887"/>
  <p:cmAuthor id="889" name="李昀东" initials="李" lastIdx="0" clrIdx="888"/>
  <p:cmAuthor id="890" name="liuhao24" initials="l" lastIdx="0" clrIdx="889"/>
  <p:cmAuthor id="891" name="理者" initials="理" lastIdx="0" clrIdx="890"/>
  <p:cmAuthor id="892" name="闪电杰尼" initials="闪" lastIdx="0" clrIdx="891"/>
  <p:cmAuthor id="893" name="未知用户83" initials="未" lastIdx="0" clrIdx="892"/>
  <p:cmAuthor id="894" name="t-1i-caiwu" initials="t" lastIdx="0" clrIdx="893"/>
  <p:cmAuthor id="895" name="zhaoyue46" initials="z" lastIdx="0" clrIdx="894"/>
  <p:cmAuthor id="896" name="未知用户109" initials="未" lastIdx="0" clrIdx="895"/>
  <p:cmAuthor id="897" name="未知用户111" initials="未" lastIdx="0" clrIdx="896"/>
  <p:cmAuthor id="898" name="19916" initials="1" lastIdx="0" clrIdx="897"/>
  <p:cmAuthor id="899" name="未知用户113" initials="未" lastIdx="0" clrIdx="898"/>
  <p:cmAuthor id="900" name="宋洁然" initials="宋" lastIdx="0" clrIdx="899"/>
  <p:cmAuthor id="901" name="肖琼" initials="肖" lastIdx="0" clrIdx="900"/>
  <p:cmAuthor id="902" name="Eileen Yi" initials="E" lastIdx="0" clrIdx="901"/>
  <p:cmAuthor id="903" name="dellwin" initials="d" lastIdx="0" clrIdx="902"/>
  <p:cmAuthor id="904" name="kp l" initials="k" lastIdx="0" clrIdx="903"/>
  <p:cmAuthor id="905" name="姜文静" initials="姜" lastIdx="0" clrIdx="904"/>
  <p:cmAuthor id="906" name="陈依依" initials="陈" lastIdx="0" clrIdx="905"/>
  <p:cmAuthor id="907" name="黄梅" initials="黄" lastIdx="0" clrIdx="906"/>
  <p:cmAuthor id="908" name="李珔暐" initials="李" lastIdx="0" clrIdx="907"/>
  <p:cmAuthor id="909" name="yuxue" initials="y" lastIdx="0" clrIdx="908"/>
  <p:cmAuthor id="910" name="Abel" initials="A" lastIdx="0" clrIdx="909"/>
  <p:cmAuthor id="911" name="FrogPrince1121" initials="F" lastIdx="0" clrIdx="910"/>
  <p:cmAuthor id="912" name="刘莹" initials="刘" lastIdx="0" clrIdx="911"/>
  <p:cmAuthor id="913" name="hasee" initials="h" lastIdx="0" clrIdx="912"/>
  <p:cmAuthor id="914" name="贝贝ai猪" initials="贝" lastIdx="0" clrIdx="913"/>
  <p:cmAuthor id="915" name="未知用户42" initials="未" lastIdx="0" clrIdx="914"/>
  <p:cmAuthor id="916" name="高飞" initials="高" lastIdx="0" clrIdx="915"/>
  <p:cmAuthor id="917" name="sdzz-syy" initials="s" lastIdx="0" clrIdx="916"/>
  <p:cmAuthor id="918" name="xzb1" initials="x" lastIdx="0" clrIdx="917"/>
  <p:cmAuthor id="919" name="谢俊/技术总监室/软件开发中心/总行机关/ABC" initials="谢" lastIdx="0" clrIdx="918"/>
  <p:cmAuthor id="920" name="CN=谢俊/OU=技术总监室/OU=软件开发中心/OU=总行机关/O=ABC" initials="C" lastIdx="0" clrIdx="919"/>
  <p:cmAuthor id="921" name="wpp" initials="w" lastIdx="0" clrIdx="920"/>
  <p:cmAuthor id="922" name="nieyp" initials="n" lastIdx="0" clrIdx="921"/>
  <p:cmAuthor id="923" name="zhengwen" initials="z" lastIdx="0" clrIdx="922"/>
  <p:cmAuthor id="924" name="chinalife" initials="c" lastIdx="0" clrIdx="923"/>
  <p:cmAuthor id="925" name="wangsc" initials="w" lastIdx="0" clrIdx="924"/>
  <p:cmAuthor id="926" name="tk-taiyuan" initials="t" lastIdx="0" clrIdx="925"/>
  <p:cmAuthor id="927" name="郄 琰" initials="郄" lastIdx="0" clrIdx="926"/>
  <p:cmAuthor id="928" name="jerry wong" initials="j" lastIdx="0" clrIdx="927"/>
  <p:cmAuthor id="929" name="罗梁" initials="罗" lastIdx="0" clrIdx="928"/>
  <p:cmAuthor id="930" name="z cl" initials="z" lastIdx="0" clrIdx="929"/>
  <p:cmAuthor id="931" name="liuys40" initials="l" lastIdx="0" clrIdx="930"/>
  <p:cmAuthor id="932" name="刘 帅" initials="刘" lastIdx="0" clrIdx="931"/>
  <p:cmAuthor id="933" name="martin" initials="m" lastIdx="0" clrIdx="932"/>
  <p:cmAuthor id="934" name="qin yu" initials="q" lastIdx="0" clrIdx="933"/>
  <p:cmAuthor id="935" name="特力 塔娜" initials="特" lastIdx="0" clrIdx="934"/>
  <p:cmAuthor id="936" name="Simona" initials="S" lastIdx="0" clrIdx="935"/>
  <p:cmAuthor id="937" name="马靖松" initials="马" lastIdx="0" clrIdx="936"/>
  <p:cmAuthor id="938" name="沈琪-pbj" initials="沈" lastIdx="0" clrIdx="937"/>
  <p:cmAuthor id="939" name="330488008@qq.com" initials="3" lastIdx="0" clrIdx="938"/>
  <p:cmAuthor id="940" name="scx" initials="s" lastIdx="0" clrIdx="939"/>
  <p:cmAuthor id="941" name="lipengfei01111@outlook.com" initials="l" lastIdx="0" clrIdx="940"/>
  <p:cmAuthor id="942" name="Simon Camp" initials="S" lastIdx="0" clrIdx="941"/>
  <p:cmAuthor id="943" name="郭佳宏" initials="郭" lastIdx="0" clrIdx="942"/>
  <p:cmAuthor id="944" name="王书珍" initials="王" lastIdx="0" clrIdx="943"/>
  <p:cmAuthor id="945" name="何兴胜" initials="何" lastIdx="0" clrIdx="944"/>
  <p:cmAuthor id="946" name="273839920@qq.com" initials="2" lastIdx="0" clrIdx="945"/>
  <p:cmAuthor id="947" name="H1900" initials="H" lastIdx="0" clrIdx="946"/>
  <p:cmAuthor id="948" name="王航" initials="王" lastIdx="0" clrIdx="947"/>
  <p:cmAuthor id="949" name="靖千 罗" initials="靖" lastIdx="0" clrIdx="948"/>
  <p:cmAuthor id="950" name="舒迪" initials="舒" lastIdx="0" clrIdx="949"/>
  <p:cmAuthor id="951" name="张 美红" initials="张" lastIdx="0" clrIdx="950"/>
  <p:cmAuthor id="952" name="8613607323127" initials="8" lastIdx="0" clrIdx="951"/>
  <p:cmAuthor id="953" name="未定义" initials="未" lastIdx="0" clrIdx="952"/>
  <p:cmAuthor id="954" name="盛红" initials="盛" lastIdx="0" clrIdx="953"/>
  <p:cmAuthor id="955" name="hanwen luo" initials="h" lastIdx="0" clrIdx="954"/>
  <p:cmAuthor id="956" name="肖雪杉" initials="肖" lastIdx="0" clrIdx="955"/>
  <p:cmAuthor id="957" name="小田" initials="小" lastIdx="0" clrIdx="956"/>
  <p:cmAuthor id="958" name="sufeng02" initials="s" lastIdx="0" clrIdx="957"/>
  <p:cmAuthor id="959" name="张 凯" initials="张" lastIdx="0" clrIdx="958"/>
  <p:cmAuthor id="960" name="CNTP" initials="C" lastIdx="0" clrIdx="959"/>
  <p:cmAuthor id="961" name="li hw" initials="l" lastIdx="0" clrIdx="960"/>
  <p:cmAuthor id="962" name="FR" initials="F" lastIdx="0" clrIdx="961"/>
  <p:cmAuthor id="963" name="Office User" initials="O" lastIdx="0" clrIdx="962"/>
  <p:cmAuthor id="964" name="tangjx03" initials="t" lastIdx="0" clrIdx="963"/>
  <p:cmAuthor id="965" name="zhangcy58" initials="z" lastIdx="0" clrIdx="964"/>
  <p:cmAuthor id="966" name="lvpd" initials="l" lastIdx="0" clrIdx="965"/>
  <p:cmAuthor id="967" name="wangjing48" initials="w" lastIdx="0" clrIdx="966"/>
  <p:cmAuthor id="968" name="Alina" initials="A" lastIdx="0" clrIdx="967"/>
  <p:cmAuthor id="969" name="yangshh" initials="y" lastIdx="0" clrIdx="968"/>
  <p:cmAuthor id="970" name="Saku Uchikawa" initials="S" lastIdx="0" clrIdx="969"/>
  <p:cmAuthor id="971" name="夜尽迟渊_UrQfrmQZ" initials="authorId_501680251" lastIdx="0" clrIdx="970"/>
  <p:cmAuthor id="972" name="王丰_aE3uARfm" initials="authorId_383357774" lastIdx="0" clrIdx="971"/>
  <p:cmAuthor id="973" name="方少_UbQfrimU" initials="authorId_442114952" lastIdx="0" clrIdx="972"/>
  <p:cmAuthor id="974" name="叶盛_Q3A3IfEf" initials="authorId_506280334" lastIdx="0" clrIdx="973"/>
  <p:cmAuthor id="975" name="Harley._bEJrUJ7r" initials="authorId_432156705" lastIdx="0" clrIdx="974"/>
  <p:cmAuthor id="976" name="罗平_VB7vJb2E" initials="authorId_305049361" lastIdx="0" clrIdx="975"/>
  <p:cmAuthor id="977" name="xixi_nUjqe22E" initials="authorId_359229261" lastIdx="0" clrIdx="976"/>
  <p:cmAuthor id="978" name="安安_zm6nYnYZ" initials="authorId_347340296" lastIdx="0" clrIdx="977"/>
  <p:cmAuthor id="979" name="dengwanting" initials="d" lastIdx="0" clrIdx="978"/>
  <p:cmAuthor id="980" name="tonghailan" initials="t" lastIdx="0" clrIdx="979"/>
  <p:cmAuthor id="981" name="未知用户70" initials="未" lastIdx="0" clrIdx="980"/>
  <p:cmAuthor id="982" name="叶茂甫" initials="叶" lastIdx="0" clrIdx="981"/>
  <p:cmAuthor id="983" name="黄 兴贵" initials="黄" lastIdx="0" clrIdx="982"/>
  <p:cmAuthor id="984" name="office2016mac05452" initials="o" lastIdx="0" clrIdx="983"/>
  <p:cmAuthor id="985" name="未知用户338" initials="未" lastIdx="0" clrIdx="984"/>
  <p:cmAuthor id="986" name="Linjing" initials="L" lastIdx="0" clrIdx="985"/>
  <p:cmAuthor id="987" name="wang xin" initials="w" lastIdx="0" clrIdx="986"/>
  <p:cmAuthor id="988" name="飞月天飞月天" initials="飞" lastIdx="0" clrIdx="987"/>
  <p:cmAuthor id="989" name="峰哥" initials="峰" lastIdx="0" clrIdx="988"/>
  <p:cmAuthor id="990" name="sunyi" initials="s" lastIdx="0" clrIdx="989"/>
  <p:cmAuthor id="991" name="A1832" initials="A" lastIdx="0" clrIdx="990"/>
  <p:cmAuthor id="992" name="wangsj0429" initials="w" lastIdx="0" clrIdx="991"/>
  <p:cmAuthor id="993" name="liu jane" initials="l" lastIdx="0" clrIdx="992"/>
  <p:cmAuthor id="994" name="朱光耀" initials="朱" lastIdx="0" clrIdx="993"/>
  <p:cmAuthor id="995" name="王 平坚" initials="王" lastIdx="0" clrIdx="994"/>
  <p:cmAuthor id="996" name="鲁守吉" initials="鲁" lastIdx="0" clrIdx="995"/>
  <p:cmAuthor id="997" name="金海燕" initials="金" lastIdx="0" clrIdx="996"/>
  <p:cmAuthor id="998" name="SDTAGX008" initials="S" lastIdx="0" clrIdx="997"/>
  <p:cmAuthor id="999" name="Wang Sisi" initials="W" lastIdx="0" clrIdx="998"/>
  <p:cmAuthor id="1000" name="Modle" initials="M" lastIdx="0" clrIdx="999"/>
  <p:cmAuthor id="1001" name="karen" initials="k" lastIdx="0" clrIdx="1000"/>
  <p:cmAuthor id="1002" name="大勇哥" initials="大" lastIdx="0" clrIdx="1001"/>
  <p:cmAuthor id="1003" name="万 江波" initials="万" lastIdx="0" clrIdx="1002"/>
  <p:cmAuthor id="1004" name="l" initials="l" lastIdx="0" clrIdx="1003"/>
  <p:cmAuthor id="1005" name="liulan" initials="l" lastIdx="0" clrIdx="1004"/>
  <p:cmAuthor id="1006" name="MY" initials="M" lastIdx="0" clrIdx="1005"/>
  <p:cmAuthor id="1007" name="郑雅欣---寿险总公司营销市场部" initials="郑" lastIdx="0" clrIdx="1006"/>
  <p:cmAuthor id="1008" name="李岩" initials="李" lastIdx="0" clrIdx="1007"/>
  <p:cmAuthor id="1009" name="tcymr" initials="t" lastIdx="0" clrIdx="1008"/>
  <p:cmAuthor id="1010" name="miao zhang" initials="m" lastIdx="0" clrIdx="1009"/>
  <p:cmAuthor id="1011" name="郭文侠" initials="郭" lastIdx="0" clrIdx="1010"/>
  <p:cmAuthor id="1012" name="阳 焦" initials="阳" lastIdx="0" clrIdx="1011"/>
  <p:cmAuthor id="1013" name="崔阳阳" initials="崔" lastIdx="0" clrIdx="1012"/>
  <p:cmAuthor id="1014" name="Lee Melo" initials="L" lastIdx="0" clrIdx="1013"/>
  <p:cmAuthor id="1015" name="运营" initials="运" lastIdx="0" clrIdx="1014"/>
  <p:cmAuthor id="1016" name="13954" initials="1" lastIdx="0" clrIdx="1015"/>
  <p:cmAuthor id="1017" name="徐晓丽" initials="徐" lastIdx="0" clrIdx="1016"/>
  <p:cmAuthor id="1018" name="星辰" initials="星" lastIdx="0" clrIdx="1017"/>
  <p:cmAuthor id="1019" name="戴方方" initials="戴" lastIdx="0" clrIdx="1018"/>
  <p:cmAuthor id="1020" name="陈 明东" initials="陈" lastIdx="0" clrIdx="1019"/>
  <p:cmAuthor id="1021" name="office user" initials="o" lastIdx="0" clrIdx="1020"/>
  <p:cmAuthor id="1022" name="office365" initials="o" lastIdx="0" clrIdx="1021"/>
  <p:cmAuthor id="1023" name="甄 建文" initials="甄" lastIdx="0" clrIdx="1022"/>
  <p:cmAuthor id="1024" name="章梦滢" initials="章" lastIdx="0" clrIdx="1023"/>
  <p:cmAuthor id="1025" name="57867" initials="5" lastIdx="0" clrIdx="1024"/>
  <p:cmAuthor id="1026" name="Chris French" initials="C" lastIdx="0" clrIdx="1025"/>
  <p:cmAuthor id="1027" name="Melissa" initials="M" lastIdx="0" clrIdx="1026"/>
  <p:cmAuthor id="1028" name="tcymr@163.com" initials="t" lastIdx="0" clrIdx="1027"/>
  <p:cmAuthor id="1029" name="韦三省" initials="韦" lastIdx="0" clrIdx="1028"/>
  <p:cmAuthor id="1030" name="叶 俊锋" initials="叶" lastIdx="0" clrIdx="1029"/>
  <p:cmAuthor id="1031" name="YANGCHENG" initials="Y" lastIdx="0" clrIdx="1030"/>
  <p:cmAuthor id="1032" name="why" initials="w" lastIdx="0" clrIdx="1031"/>
  <p:cmAuthor id="1033" name="wuyizhe" initials="w" lastIdx="0" clrIdx="1032"/>
  <p:cmAuthor id="1034" name="huangxiaowu" initials="h" lastIdx="0" clrIdx="1033"/>
  <p:cmAuthor id="1035" name="hee-lhb" initials="h" lastIdx="0" clrIdx="1034"/>
  <p:cmAuthor id="1036" name="xingxf" initials="x" lastIdx="0" clrIdx="1035"/>
  <p:cmAuthor id="1037" name="龚平-lcq" initials="龚" lastIdx="0" clrIdx="1036"/>
  <p:cmAuthor id="1038" name="李 惠" initials="李" lastIdx="0" clrIdx="1037"/>
  <p:cmAuthor id="1039" name="吴 育明" initials="吴" lastIdx="0" clrIdx="1038"/>
  <p:cmAuthor id="1040" name="19140" initials="1" lastIdx="0" clrIdx="1039"/>
  <p:cmAuthor id="1041" name="刘沐妍" initials="刘" lastIdx="0" clrIdx="1040"/>
  <p:cmAuthor id="1042" name="NINGMEI" initials="N" lastIdx="0" clrIdx="1041"/>
  <p:cmAuthor id="1043" name="连 浩" initials="连" lastIdx="0" clrIdx="1042"/>
  <p:cmAuthor id="1044" name="子轩 朱" initials="子轩" lastIdx="0" clrIdx="1043"/>
  <p:cmAuthor id="1045" name="CPIC" initials="C" lastIdx="0" clrIdx="1044"/>
  <p:cmAuthor id="1046" name="汤 海宝" initials="汤" lastIdx="0" clrIdx="1045"/>
  <p:cmAuthor id="1047" name="tong" initials="t" lastIdx="0" clrIdx="1046"/>
  <p:cmAuthor id="1048" name="fz" initials="f" lastIdx="0" clrIdx="1047"/>
  <p:cmAuthor id="1049" name="史其淼" initials="史" lastIdx="0" clrIdx="1048"/>
  <p:cmAuthor id="1050" name="未知用户91" initials="未" lastIdx="0" clrIdx="1049"/>
  <p:cmAuthor id="1051" name="潈ऎ䕨அ" initials="潈" lastIdx="0" clrIdx="1050"/>
  <p:cmAuthor id="1052" name="anni" initials="a" lastIdx="0" clrIdx="1051"/>
  <p:cmAuthor id="1053" name="1" initials="1" lastIdx="0" clrIdx="1052"/>
  <p:cmAuthor id="1054" name="weihua" initials="w" lastIdx="0" clrIdx="1053"/>
  <p:cmAuthor id="1055" name="朱明霞" initials="朱" lastIdx="0" clrIdx="1054"/>
  <p:cmAuthor id="1056" name="未知用户190" initials="未" lastIdx="0" clrIdx="1055"/>
  <p:cmAuthor id="1057" name="未知用户191" initials="未" lastIdx="0" clrIdx="1056"/>
  <p:cmAuthor id="1058" name="未知用户80" initials="未" lastIdx="0" clrIdx="1057"/>
  <p:cmAuthor id="1059" name="BIAN Mengyan" initials="B" lastIdx="0" clrIdx="1058"/>
  <p:cmAuthor id="1060" name="1qchengnan" initials="1" lastIdx="0" clrIdx="1059"/>
  <p:cmAuthor id="1061" name="刘云轩" initials="刘" lastIdx="0" clrIdx="1060"/>
  <p:cmAuthor id="1062" name="asuspc" initials="a" lastIdx="0" clrIdx="1061"/>
  <p:cmAuthor id="1063" name="姜伟光" initials="姜" lastIdx="0" clrIdx="1062"/>
  <p:cmAuthor id="1064" name="何梦婕" initials="何" lastIdx="0" clrIdx="1063"/>
  <p:cmAuthor id="1065" name="nie_y" initials="n" lastIdx="0" clrIdx="1064"/>
  <p:cmAuthor id="1066" name="金鱼·张晨·远想·项目经理" initials="金" lastIdx="0" clrIdx="1065"/>
  <p:cmAuthor id="1067" name="JOHNNY GAO" initials="JG" lastIdx="0" clrIdx="1066"/>
  <p:cmAuthor id="1068" name="江 玲" initials="江" lastIdx="0" clrIdx="1067"/>
  <p:cmAuthor id="1069" name="雕刻时光 1987" initials="雕" lastIdx="0" clrIdx="1068"/>
  <p:cmAuthor id="1070" name="Microsoft 帐户" initials="M" lastIdx="0" clrIdx="1069"/>
  <p:cmAuthor id="1071" name="俞寅达" initials="俞" lastIdx="0" clrIdx="1070"/>
  <p:cmAuthor id="1072" name="HUAWEI" initials="H" lastIdx="0" clrIdx="1071"/>
  <p:cmAuthor id="1073" name="Sally Yang" initials="SY" lastIdx="0" clrIdx="1072"/>
  <p:cmAuthor id="1074" name="杜 洋" initials="杜" lastIdx="0" clrIdx="1073"/>
  <p:cmAuthor id="1075" name="嘉" initials="嘉" lastIdx="0" clrIdx="1074"/>
  <p:cmAuthor id="1076" name="阚吉伟" initials="阚" lastIdx="0" clrIdx="1075"/>
  <p:cmAuthor id="1077" name="阚 兴龙" initials="阚" lastIdx="0" clrIdx="1076"/>
  <p:cmAuthor id="1078" name="马 天宁" initials="马" lastIdx="0" clrIdx="1077"/>
  <p:cmAuthor id="1079" name="di wui" initials="d" lastIdx="0" clrIdx="1078"/>
  <p:cmAuthor id="1080" name="wanghongmei" initials="w" lastIdx="0" clrIdx="1079"/>
  <p:cmAuthor id="1081" name="lu tong" initials="l" lastIdx="0" clrIdx="1080"/>
  <p:cmAuthor id="1082" name="张清霞" initials="张" lastIdx="0" clrIdx="1081"/>
  <p:cmAuthor id="1083" name="徐中海" initials="徐" lastIdx="0" clrIdx="1082"/>
  <p:cmAuthor id="1084" name="wangcz2" initials="w" lastIdx="0" clrIdx="1083"/>
  <p:cmAuthor id="1085" name="续晓婧" initials="续" lastIdx="0" clrIdx="1084"/>
  <p:cmAuthor id="1086" name="You Zhou" initials="Y" lastIdx="0" clrIdx="1085"/>
  <p:cmAuthor id="1087" name="Chen Gin" initials="C" lastIdx="0" clrIdx="1086"/>
  <p:cmAuthor id="1088" name="康炳振" initials="康" lastIdx="0" clrIdx="1087"/>
  <p:cmAuthor id="1089" name="华锅" initials="华" lastIdx="0" clrIdx="1088"/>
  <p:cmAuthor id="1090" name="y gxz" initials="y" lastIdx="0" clrIdx="1089"/>
  <p:cmAuthor id="1091" name="金羊" initials="金" lastIdx="0" clrIdx="1090"/>
  <p:cmAuthor id="1092" name="骏逸 马" initials="骏马" lastIdx="0" clrIdx="1091"/>
  <p:cmAuthor id="1093" name="唐 君茂" initials="唐" lastIdx="0" clrIdx="1092"/>
  <p:cmAuthor id="1094" name="国栋 陈" initials="国陈" lastIdx="0" clrIdx="1093"/>
  <p:cmAuthor id="1095" name="Zhou, Joey (IBD)" initials="Z" lastIdx="0" clrIdx="1094"/>
  <p:cmAuthor id="1096" name="未知用户29" initials="未" lastIdx="0" clrIdx="1095"/>
  <p:cmAuthor id="1097" name="26080314@qq.com" initials="2" lastIdx="0" clrIdx="1096"/>
  <p:cmAuthor id="1098" name="YUN Jiayue" initials="Y" lastIdx="0" clrIdx="1097"/>
  <p:cmAuthor id="1099" name="510102" initials="5" lastIdx="0" clrIdx="1098"/>
  <p:cmAuthor id="1100" name="未知用户212" initials="未" lastIdx="0" clrIdx="1099"/>
  <p:cmAuthor id="1101" name="chen" initials="c" lastIdx="0" clrIdx="1100"/>
  <p:cmAuthor id="1102" name="韬" initials="韬" lastIdx="0" clrIdx="1101"/>
  <p:cmAuthor id="1103" name="于甜甜" initials="于" lastIdx="0" clrIdx="1102"/>
  <p:cmAuthor id="1104" name="朱丽南" initials="朱" lastIdx="0" clrIdx="1103"/>
  <p:cmAuthor id="1105" name="Sunshine Shirley" initials="S" lastIdx="0" clrIdx="1104"/>
  <p:cmAuthor id="1106" name="张冬钰" initials="张" lastIdx="0" clrIdx="1105"/>
  <p:cmAuthor id="1107" name="小爱" initials="小" lastIdx="0" clrIdx="1106"/>
  <p:cmAuthor id="1108" name="_" initials="_" lastIdx="0" clrIdx="1107"/>
  <p:cmAuthor id="1109" name="陈憬函" initials="陈" lastIdx="0" clrIdx="1108"/>
  <p:cmAuthor id="1110" name="WPS_1689853573" initials="W" lastIdx="0" clrIdx="1109"/>
  <p:cmAuthor id="1111" name="大头兔cium" initials="大" lastIdx="0" clrIdx="1110"/>
  <p:cmAuthor id="1112" name="刘晨" initials="刘" lastIdx="0" clrIdx="1111"/>
  <p:cmAuthor id="1113" name="郭佳敏" initials="郭" lastIdx="0" clrIdx="1112"/>
  <p:cmAuthor id="1114" name="ID：伦" initials="I" lastIdx="0" clrIdx="1113"/>
  <p:cmAuthor id="1115" name="Cheryl" initials="C" lastIdx="0" clrIdx="1114"/>
  <p:cmAuthor id="1116" name="一心向善" initials="一" lastIdx="0" clrIdx="1115"/>
  <p:cmAuthor id="1117" name="赵家颖" initials="赵" lastIdx="0" clrIdx="1116"/>
  <p:cmAuthor id="1118" name="柠檬酸奶oοO" initials="柠" lastIdx="0" clrIdx="1117"/>
  <p:cmAuthor id="1119" name="刘昕宁" initials="lxn" lastIdx="0" clrIdx="1118"/>
  <p:cmAuthor id="1120" name="崔立牟_ziquUFFr" initials="authorId_204711188" lastIdx="0" clrIdx="1119"/>
  <p:cmAuthor id="1121" name="morning" initials="m" lastIdx="0" clrIdx="1120"/>
  <p:cmAuthor id="1122" name="36396" initials="3" lastIdx="0" clrIdx="1121"/>
  <p:cmAuthor id="1123" name="Benin" initials="B" lastIdx="0" clrIdx="1122"/>
  <p:cmAuthor id="1124" name="王吉昭" initials="王" lastIdx="0" clrIdx="1123"/>
  <p:cmAuthor id="1125" name="石磊" initials="石磊" lastIdx="0" clrIdx="1124"/>
  <p:cmAuthor id="1126" name="shenxz07" initials="s" lastIdx="0" clrIdx="1125"/>
  <p:cmAuthor id="1127" name="gucy05" initials="g" lastIdx="0" clrIdx="1126"/>
  <p:cmAuthor id="1128" name="wangsuyu" initials="w" lastIdx="0" clrIdx="1127"/>
  <p:cmAuthor id="1129" name="qdrenyx" initials="q" lastIdx="0" clrIdx="1128"/>
  <p:cmAuthor id="1130" name="张蓝茜" initials="张" lastIdx="0" clrIdx="1129"/>
  <p:cmAuthor id="1131" name="tpuser" initials="t" lastIdx="0" clrIdx="1130"/>
  <p:cmAuthor id="1132" name="马琛琛" initials="马" lastIdx="0" clrIdx="1131"/>
  <p:cmAuthor id="1133" name="A" initials="A" lastIdx="0" clrIdx="1132"/>
  <p:cmAuthor id="1134" name="1003776019@qq.com" initials="1" lastIdx="0" clrIdx="1133"/>
  <p:cmAuthor id="1135" name="njlife" initials="n" lastIdx="0" clrIdx="1134"/>
  <p:cmAuthor id="1136" name="何慧丽" initials="何" lastIdx="0" clrIdx="1135"/>
  <p:cmAuthor id="1137" name="谢 小小" initials="谢" lastIdx="0" clrIdx="1136"/>
  <p:cmAuthor id="1138" name="lijh145" initials="l" lastIdx="0" clrIdx="1137"/>
  <p:cmAuthor id="1139" name="51957" initials="5" lastIdx="0" clrIdx="1138"/>
  <p:cmAuthor id="1140" name="未知用户103" initials="未" lastIdx="0" clrIdx="1139"/>
  <p:cmAuthor id="1141" name="ansen emma" initials="a" lastIdx="0" clrIdx="1140"/>
  <p:cmAuthor id="1142" name="liutt81" initials="l" lastIdx="0" clrIdx="1141"/>
  <p:cmAuthor id="1143" name="liuqing46" initials="liuqing46" lastIdx="0" clrIdx="1142"/>
  <p:cmAuthor id="1144" name="康玮华" initials="康" lastIdx="0" clrIdx="1143"/>
  <p:cmAuthor id="1145" name="未知用户54" initials="未" lastIdx="0" clrIdx="1144"/>
  <p:cmAuthor id="1146" name="穆怀昊" initials="穆怀昊" lastIdx="0" clrIdx="1145"/>
  <p:cmAuthor id="1147" name="江波" initials="江" lastIdx="0" clrIdx="1146"/>
  <p:cmAuthor id="1148" name="未知用户49" initials="未" lastIdx="0" clrIdx="1147"/>
  <p:cmAuthor id="1149" name="congxuesong" initials="c" lastIdx="0" clrIdx="1148"/>
  <p:cmAuthor id="1150" name="谢学斌" initials="谢" lastIdx="0" clrIdx="1149"/>
  <p:cmAuthor id="1151" name="jialuo" initials="j" lastIdx="0" clrIdx="1150"/>
  <p:cmAuthor id="1152" name="TianLei" initials="T" lastIdx="0" clrIdx="1151"/>
  <p:cmAuthor id="1153" name="江苏ty" initials="江" lastIdx="0" clrIdx="1152"/>
  <p:cmAuthor id="1154" name="席琛" initials="" lastIdx="0" clrIdx="1153"/>
  <p:cmAuthor id="1155" name="韩剑侠" initials="P" lastIdx="0" clrIdx="1154"/>
  <p:cmAuthor id="1156" name="8618608404186" initials="" lastIdx="0" clrIdx="1155"/>
  <p:cmAuthor id="1157" name="姚琳" initials="姚" lastIdx="0" clrIdx="1156"/>
  <p:cmAuthor id="1158" name="jiaru tiger" initials="jt" lastIdx="0" clrIdx="1157"/>
  <p:cmAuthor id="1159" name="nancy" initials="n" lastIdx="0" clrIdx="1158"/>
  <p:cmAuthor id="1160" name="未知的使用者207" initials="未" lastIdx="0" clrIdx="1159"/>
  <p:cmAuthor id="1161" name="未知的使用者208" initials="未" lastIdx="0" clrIdx="1160"/>
  <p:cmAuthor id="1162" name="未知的使用者188" initials="未" lastIdx="0" clrIdx="1161"/>
  <p:cmAuthor id="1163" name="未知的使用者191" initials="未" lastIdx="0" clrIdx="1162"/>
  <p:cmAuthor id="1164" name="未知的使用者216" initials="未" lastIdx="0" clrIdx="1163"/>
  <p:cmAuthor id="1165" name="未知的使用者249" initials="未" lastIdx="0" clrIdx="1164"/>
  <p:cmAuthor id="1166" name="未知的使用者253" initials="未" lastIdx="0" clrIdx="1165"/>
  <p:cmAuthor id="1167" name="未知的使用者254" initials="未" lastIdx="0" clrIdx="1166"/>
  <p:cmAuthor id="1168" name="未知的使用者255" initials="未" lastIdx="0" clrIdx="1167"/>
  <p:cmAuthor id="1169" name="未知的使用者226" initials="未" lastIdx="0" clrIdx="1168"/>
  <p:cmAuthor id="1170" name="未知的使用者270" initials="未" lastIdx="0" clrIdx="1169"/>
  <p:cmAuthor id="1171" name="未知的使用者231" initials="未" lastIdx="0" clrIdx="1170"/>
  <p:cmAuthor id="1172" name="未知的使用者237" initials="未" lastIdx="0" clrIdx="1171"/>
  <p:cmAuthor id="1173" name="未知的使用者243" initials="未" lastIdx="0" clrIdx="1172"/>
  <p:cmAuthor id="1174" name="未知的使用者261" initials="未" lastIdx="0" clrIdx="1173"/>
  <p:cmAuthor id="1175" name="未知的使用者264" initials="未" lastIdx="0" clrIdx="1174"/>
  <p:cmAuthor id="1176" name="杨明" initials="杨" lastIdx="0" clrIdx="1175"/>
  <p:cmAuthor id="1177" name="mouse zz" initials="mz" lastIdx="0" clrIdx="1176"/>
  <p:cmAuthor id="1178" name="SDU.ybfq" initials="S" lastIdx="0" clrIdx="1177"/>
  <p:cmAuthor id="1179" name="胖娃儿" initials="胖" lastIdx="0" clrIdx="1178"/>
  <p:cmAuthor id="1180" name="蝈蝈丹（耀丹）" initials="蝈" lastIdx="0" clrIdx="1179"/>
  <p:cmAuthor id="1181" name="赵茜" initials="赵" lastIdx="0" clrIdx="1180"/>
  <p:cmAuthor id="1182" name="周尔淇" initials="周" lastIdx="0" clrIdx="1181"/>
  <p:cmAuthor id="1183" name="刘亚奇" initials="刘" lastIdx="0" clrIdx="1182"/>
  <p:cmAuthor id="1184" name="WPS_1678950866" initials="W" lastIdx="0" clrIdx="1183"/>
  <p:cmAuthor id="1185" name="蒙城杨雨17756789585" initials="蒙" lastIdx="0" clrIdx="1184"/>
  <p:cmAuthor id="1186" name="刘逸雪" initials="刘" lastIdx="0" clrIdx="1185"/>
  <p:cmAuthor id="1187" name="谷敏" initials="谷" lastIdx="0" clrIdx="1186"/>
  <p:cmAuthor id="1188" name="张佳欣" initials="张" lastIdx="0" clrIdx="1187"/>
  <p:cmAuthor id="1189" name="章硕" initials="章" lastIdx="0" clrIdx="1188"/>
  <p:cmAuthor id="1190" name="杨杰" initials="杨" lastIdx="0" clrIdx="1189"/>
  <p:cmAuthor id="1191" name="刘瑛" initials="刘" lastIdx="0" clrIdx="1190"/>
  <p:cmAuthor id="1192" name="老大" initials="老" lastIdx="0" clrIdx="1191"/>
  <p:cmAuthor id="1193" name="extrication" initials="e" lastIdx="0" clrIdx="1192"/>
  <p:cmAuthor id="1194" name="英(๑• . •๑)" initials="英" lastIdx="0" clrIdx="1193"/>
  <p:cmAuthor id="1195" name="喻志华" initials="喻" lastIdx="0" clrIdx="1194"/>
  <p:cmAuthor id="1196" name="赵福军" initials="赵" lastIdx="0" clrIdx="1195"/>
  <p:cmAuthor id="1197" name="未知的使用者129" initials="未" lastIdx="0" clrIdx="1196"/>
  <p:cmAuthor id="1198" name="未知的使用者130" initials="未" lastIdx="0" clrIdx="1197"/>
  <p:cmAuthor id="1199" name="上官 雅瞳" initials="上" lastIdx="0" clrIdx="1198"/>
  <p:cmAuthor id="1200" name="窦隆玲" initials="窦" lastIdx="0" clrIdx="1199"/>
  <p:cmAuthor id="1201" name="liuzao" initials="l" lastIdx="0" clrIdx="1200"/>
  <p:cmAuthor id="1202" name="shouzhan" initials="s" lastIdx="0" clrIdx="1201"/>
  <p:cmAuthor id="1203" name="陈虹" initials="陈" lastIdx="0" clrIdx="1202"/>
  <p:cmAuthor id="1204" name="泰康自贡本部" initials="泰" lastIdx="0" clrIdx="1203"/>
  <p:cmAuthor id="1205" name="547518668@qq.com" initials="5" lastIdx="0" clrIdx="1204"/>
  <p:cmAuthor id="1206" name="Deng weihua" initials="D" lastIdx="0" clrIdx="1205"/>
  <p:cmAuthor id="1207" name="邹维敏" initials="邹" lastIdx="0" clrIdx="1206"/>
  <p:cmAuthor id="1208" name="Dlj0533" initials="D" lastIdx="0" clrIdx="1207"/>
  <p:cmAuthor id="1209" name="王 宣" initials="王" lastIdx="0" clrIdx="1208"/>
  <p:cmAuthor id="1210" name="杨淑淇❀" initials="杨" lastIdx="0" clrIdx="1209"/>
  <p:cmAuthor id="1211" name="Xinyi" initials="X" lastIdx="0" clrIdx="1210"/>
  <p:cmAuthor id="1212" name="朱云" initials="朱" lastIdx="0" clrIdx="1211"/>
  <p:cmAuthor id="1213" name="zhaoxx" initials="z" lastIdx="0" clrIdx="1212"/>
  <p:cmAuthor id="1214" name="yunshengjun" initials="y" lastIdx="0" clrIdx="1213"/>
  <p:cmAuthor id="1215" name="IdeaNova-manager" initials="I" lastIdx="0" clrIdx="1214"/>
  <p:cmAuthor id="1216" name="张玮" initials="张" lastIdx="0" clrIdx="1215"/>
  <p:cmAuthor id="1217" name="梁柏川" initials="梁" lastIdx="0" clrIdx="1216"/>
  <p:cmAuthor id="1218" name="Keve" initials="K" lastIdx="0" clrIdx="1217"/>
  <p:cmAuthor id="1219" name="陆 先生" initials="陆" lastIdx="0" clrIdx="1218"/>
  <p:cmAuthor id="1220" name="未知用户62" initials="未" lastIdx="0" clrIdx="1219"/>
  <p:cmAuthor id="1221" name="sl" initials="s" lastIdx="0" clrIdx="1220"/>
  <p:cmAuthor id="1222" name="SC-CD-YX3B-备用HP1" initials="S" lastIdx="0" clrIdx="1221"/>
  <p:cmAuthor id="1223" name="紫藤无语" initials="紫" lastIdx="0" clrIdx="1222"/>
  <p:cmAuthor id="1224" name="赵云" initials="赵" lastIdx="0" clrIdx="1223"/>
  <p:cmAuthor id="1225" name="wdl" initials="w" lastIdx="0" clrIdx="1224"/>
  <p:cmAuthor id="1226" name="fumen" initials="f" lastIdx="0" clrIdx="1225"/>
  <p:cmAuthor id="1227" name="weilong yan" initials="w" lastIdx="0" clrIdx="1226"/>
  <p:cmAuthor id="1228" name="王 楠" initials="王" lastIdx="0" clrIdx="1227"/>
  <p:cmAuthor id="1229" name="陈中桃" initials="陈" lastIdx="0" clrIdx="1228"/>
  <p:cmAuthor id="1230" name="霍琰" initials="霍" lastIdx="0" clrIdx="1229"/>
  <p:cmAuthor id="1231" name="surface" initials="s" lastIdx="0" clrIdx="1230"/>
  <p:cmAuthor id="1232" name="yyb" initials="y" lastIdx="0" clrIdx="1231"/>
  <p:cmAuthor id="1233" name="yanchao04" initials="y" lastIdx="0" clrIdx="1232"/>
  <p:cmAuthor id="1234" name="ss" initials="s" lastIdx="0" clrIdx="1233"/>
  <p:cmAuthor id="1235" name="tianxy06" initials="t" lastIdx="0" clrIdx="1234"/>
  <p:cmAuthor id="1236" name="石惠敏" initials="石" lastIdx="0" clrIdx="1235"/>
  <p:cmAuthor id="1237" name="huxf" initials="h" lastIdx="0" clrIdx="1236"/>
  <p:cmAuthor id="1238" name="tanfen" initials="t" lastIdx="0" clrIdx="1237"/>
  <p:cmAuthor id="1239" name="lihq16" initials="l" lastIdx="0" clrIdx="1238"/>
  <p:cmAuthor id="1240" name="lidm70" initials="l" lastIdx="0" clrIdx="1239"/>
  <p:cmAuthor id="1241" name="yueqp" initials="y" lastIdx="0" clrIdx="1240"/>
  <p:cmAuthor id="1242" name="luoye02" initials="l" lastIdx="0" clrIdx="1241"/>
  <p:cmAuthor id="1243" name="zhaoye08" initials="z" lastIdx="0" clrIdx="1242"/>
  <p:cmAuthor id="1244" name="liuyadong" initials="l" lastIdx="0" clrIdx="1243"/>
  <p:cmAuthor id="1245" name="田卫明" initials="田" lastIdx="0" clrIdx="1244"/>
  <p:cmAuthor id="1246" name="中国人寿新津公司" initials="中" lastIdx="0" clrIdx="1245"/>
  <p:cmAuthor id="1247" name="贾志敏" initials="贾" lastIdx="0" clrIdx="1246"/>
  <p:cmAuthor id="1248" name="li chen" initials="l" lastIdx="0" clrIdx="1247"/>
  <p:cmAuthor id="1249" name="黄 佳昕" initials="黄" lastIdx="0" clrIdx="1248"/>
  <p:cmAuthor id="1250" name="楚汉公司企划部" initials="楚" lastIdx="0" clrIdx="1249"/>
  <p:cmAuthor id="1251" name="fengxl1" initials="f" lastIdx="0" clrIdx="1250"/>
  <p:cmAuthor id="1252" name="zhangzy130" initials="z" lastIdx="0" clrIdx="1251"/>
  <p:cmAuthor id="1253" name="NiHao" initials="N" lastIdx="0" clrIdx="1252"/>
  <p:cmAuthor id="1254" name="preppypan@163.com" initials="p" lastIdx="0" clrIdx="1253"/>
  <p:cmAuthor id="1255" name="sgtk" initials="s" lastIdx="0" clrIdx="1254"/>
  <p:cmAuthor id="1256" name="jiayf03" initials="j" lastIdx="0" clrIdx="1255"/>
  <p:cmAuthor id="1257" name="闫旭" initials="闫" lastIdx="0" clrIdx="1256"/>
  <p:cmAuthor id="1258" name="未知用户82" initials="未" lastIdx="0" clrIdx="1257"/>
  <p:cmAuthor id="1259" name="杨 晓彤" initials="杨" lastIdx="0" clrIdx="1258"/>
  <p:cmAuthor id="1260" name="yang kina" initials="y" lastIdx="0" clrIdx="1259"/>
  <p:cmAuthor id="1261" name="tytlertang" initials="t" lastIdx="0" clrIdx="1260"/>
  <p:cmAuthor id="1262" name="liuming31" initials="l" lastIdx="0" clrIdx="1261"/>
  <p:cmAuthor id="1263" name="xiaoyang20" initials="x" lastIdx="0" clrIdx="1262"/>
  <p:cmAuthor id="1264" name="严政宇" initials="严政宇" lastIdx="0" clrIdx="1263"/>
  <p:cmAuthor id="1265" name="30827" initials="3" lastIdx="0" clrIdx="1264"/>
  <p:cmAuthor id="1266" name="HP" initials="H" lastIdx="0" clrIdx="1265"/>
  <p:cmAuthor id="1267" name="王潇" initials="王" lastIdx="0" clrIdx="1266"/>
  <p:cmAuthor id="1268" name="13602" initials="1" lastIdx="0" clrIdx="1267"/>
  <p:cmAuthor id="1269" name="17279" initials="1" lastIdx="0" clrIdx="1268"/>
  <p:cmAuthor id="1270" name="baimuda987@163.com" initials="" lastIdx="0" clrIdx="1269"/>
  <p:cmAuthor id="1271" name="yang" initials="y" lastIdx="0" clrIdx="1270"/>
  <p:cmAuthor id="1272" name="L T" initials="L" lastIdx="0" clrIdx="1271"/>
  <p:cmAuthor id="1273" name="吴囧囧" initials="吴" lastIdx="0" clrIdx="1272"/>
  <p:cmAuthor id="1274" name="FXZC" initials="F" lastIdx="0" clrIdx="1273"/>
  <p:cmAuthor id="1275" name="liwenjie" initials="l" lastIdx="0" clrIdx="1274"/>
  <p:cmAuthor id="1276" name="wangqd07" initials="w" lastIdx="0" clrIdx="1275"/>
  <p:cmAuthor id="1277" name="刘 健伟" initials="刘" lastIdx="0" clrIdx="1276"/>
  <p:cmAuthor id="1278" name="未知用户55" initials="未" lastIdx="0" clrIdx="1277"/>
  <p:cmAuthor id="1279" name="liang ge" initials="l" lastIdx="0" clrIdx="1278"/>
  <p:cmAuthor id="1280" name="sx_xuzx" initials="s" lastIdx="0" clrIdx="1279"/>
  <p:cmAuthor id="1281" name="孟 昕" initials="孟" lastIdx="0" clrIdx="1280"/>
  <p:cmAuthor id="1282" name="litt21" initials="l" lastIdx="0" clrIdx="1281"/>
  <p:cmAuthor id="1283" name="tjliqq" initials="tjliqq" lastIdx="0" clrIdx="1282"/>
  <p:cmAuthor id="1284" name="zhangll237" initials="z" lastIdx="0" clrIdx="1283"/>
  <p:cmAuthor id="1285" name="wanghui25" initials="w" lastIdx="0" clrIdx="1284"/>
  <p:cmAuthor id="1286" name="刘薇" initials="刘" lastIdx="0" clrIdx="1285"/>
  <p:cmAuthor id="1287" name="孙珍珍" initials="孙" lastIdx="0" clrIdx="1286"/>
  <p:cmAuthor id="1288" name="李蓓" initials="李" lastIdx="0" clrIdx="1287"/>
  <p:cmAuthor id="1289" name="童 灏" initials="童" lastIdx="0" clrIdx="1288"/>
  <p:cmAuthor id="1290" name="yJQ" initials="y" lastIdx="0" clrIdx="1289"/>
  <p:cmAuthor id="1291" name="左健" initials="左" lastIdx="0" clrIdx="1290"/>
  <p:cmAuthor id="1292" name="chenxu001" initials="c" lastIdx="0" clrIdx="1291"/>
  <p:cmAuthor id="1293" name="zhangmh@httz.cc" initials="z" lastIdx="0" clrIdx="1292"/>
  <p:cmAuthor id="1294" name="huangliangliang" initials="h" lastIdx="0" clrIdx="1293"/>
  <p:cmAuthor id="1295" name="陈 玉凤" initials="陈" lastIdx="0" clrIdx="1294"/>
  <p:cmAuthor id="1296" name="新影响力王辉18765877912" initials="新" lastIdx="0" clrIdx="1295"/>
  <p:cmAuthor id="1297" name="SD-YT-YB" initials="S" lastIdx="0" clrIdx="1296"/>
  <p:cmAuthor id="1298" name="qiuws01" initials="qiuws01" lastIdx="0" clrIdx="1297"/>
  <p:cmAuthor id="1299" name="zhongwen01" initials="z" lastIdx="0" clrIdx="1298"/>
  <p:cmAuthor id="1300" name="Joyce Ren" initials="J" lastIdx="0" clrIdx="1299"/>
  <p:cmAuthor id="1301" name="Wisteria*" initials="W" lastIdx="0" clrIdx="1300"/>
  <p:cmAuthor id="1302" name="陈丽帆" initials="陈" lastIdx="0" clrIdx="1301"/>
  <p:cmAuthor id="1303" name="86150" initials="8" lastIdx="0" clrIdx="1302"/>
  <p:cmAuthor id="1304" name="zby" initials="z" lastIdx="0" clrIdx="1303"/>
  <p:cmAuthor id="1305" name="47519" initials="4" lastIdx="0" clrIdx="1304"/>
  <p:cmAuthor id="1306" name="未知用户60" initials="未" lastIdx="0" clrIdx="1305"/>
  <p:cmAuthor id="1307" name="ChenQ" initials="C" lastIdx="0" clrIdx="1306"/>
  <p:cmAuthor id="1308" name="wangzhe52" initials="w" lastIdx="0" clrIdx="1307"/>
  <p:cmAuthor id="1309" name="沈奂" initials="沈奂" lastIdx="0" clrIdx="1308"/>
  <p:cmAuthor id="1310" name="14412663" initials="1" lastIdx="0" clrIdx="1309"/>
  <p:cmAuthor id="1311" name="李俊昭" initials="徐力" lastIdx="0" clrIdx="1310"/>
  <p:cmAuthor id="1312" name="徐冬辰" initials="徐" lastIdx="0" clrIdx="1311"/>
  <p:cmAuthor id="1313" name="86134" initials="8" lastIdx="0" clrIdx="1312"/>
  <p:cmAuthor id="1314" name="lih32" initials="l" lastIdx="0" clrIdx="1313"/>
  <p:cmAuthor id="1315" name="linyi" initials="l" lastIdx="0" clrIdx="1314"/>
  <p:cmAuthor id="1316" name="1206988966@qq.com" initials="1" lastIdx="0" clrIdx="1315"/>
  <p:cmAuthor id="1317" name="zhangruimin" initials="z" lastIdx="0" clrIdx="1316"/>
  <p:cmAuthor id="1318" name="ZXAGX@outlook.com" initials="Z" lastIdx="0" clrIdx="1317"/>
  <p:cmAuthor id="1319" name="tklyan@outlook.com" initials="t" lastIdx="0" clrIdx="1318"/>
  <p:cmAuthor id="1320" name="tuhh" initials="t" lastIdx="0" clrIdx="1319"/>
  <p:cmAuthor id="1321" name="minad" initials="m" lastIdx="0" clrIdx="1320"/>
  <p:cmAuthor id="1322" name="未知用户51" initials="未" lastIdx="0" clrIdx="1321"/>
  <p:cmAuthor id="1323" name="李 玉飞" initials="李" lastIdx="0" clrIdx="1322"/>
  <p:cmAuthor id="1324" name="86158" initials="8" lastIdx="0" clrIdx="1323"/>
  <p:cmAuthor id="1325" name="未知用户66" initials="未" lastIdx="0" clrIdx="1324"/>
  <p:cmAuthor id="1326" name="姜伟齐" initials="姜" lastIdx="0" clrIdx="1325"/>
  <p:cmAuthor id="1327" name="孙阿宝" initials="孙" lastIdx="0" clrIdx="1326"/>
  <p:cmAuthor id="1328" name="he836" initials="h" lastIdx="0" clrIdx="1327"/>
  <p:cmAuthor id="1329" name="PXB" initials="P" lastIdx="0" clrIdx="1328"/>
  <p:cmAuthor id="1330" name="樊星" initials="樊" lastIdx="0" clrIdx="1329"/>
  <p:cmAuthor id="1331" name="94495" initials="9" lastIdx="0" clrIdx="1330"/>
  <p:cmAuthor id="1332" name="wenxing" initials="w" lastIdx="0" clrIdx="1331"/>
  <p:cmAuthor id="1333" name="៰ݰ" initials="៰" lastIdx="0" clrIdx="1332"/>
  <p:cmAuthor id="1334" name="未知用户81" initials="未" lastIdx="0" clrIdx="1333"/>
  <p:cmAuthor id="1335" name="薛继豪" initials="薛" lastIdx="0" clrIdx="1334"/>
  <p:cmAuthor id="1336" name="Qi Bonan" initials="Q" lastIdx="0" clrIdx="1335"/>
  <p:cmAuthor id="1337" name="妍 黄" initials="妍" lastIdx="0" clrIdx="1336"/>
  <p:cmAuthor id="1338" name="王庆(Kevin)" initials="王" lastIdx="0" clrIdx="1337"/>
  <p:cmAuthor id="1339" name="13699440144@163.com" initials="1" lastIdx="0" clrIdx="1338"/>
  <p:cmAuthor id="1340" name="Hong ZHANG" initials="H" lastIdx="0" clrIdx="1339"/>
  <p:cmAuthor id="1341" name="张剑" initials="张" lastIdx="0" clrIdx="1340"/>
  <p:cmAuthor id="1342" name="赖强/技术总监室/软件开发中心/总行机关/ABC" initials="赖" lastIdx="0" clrIdx="1341"/>
  <p:cmAuthor id="1343" name="袁 栋" initials="袁" lastIdx="0" clrIdx="1342"/>
  <p:cmAuthor id="1344" name="tianyuan" initials="t" lastIdx="0" clrIdx="1343"/>
  <p:cmAuthor id="1345" name="qiang" initials="q" lastIdx="0" clrIdx="1344"/>
  <p:cmAuthor id="1346" name="Hiugibub" initials="H" lastIdx="0" clrIdx="1345"/>
  <p:cmAuthor id="1347" name="fangrui0801" initials="f" lastIdx="0" clrIdx="1346"/>
  <p:cmAuthor id="1348" name="李鹏飞" initials="李" lastIdx="0" clrIdx="1347"/>
  <p:cmAuthor id="1349" name="JS-NT-HA-Zhanghx" initials="J" lastIdx="0" clrIdx="1348"/>
  <p:cmAuthor id="1350" name="liushiyuan" initials="l" lastIdx="0" clrIdx="1349"/>
  <p:cmAuthor id="1351" name="Liang Dong" initials="L" lastIdx="0" clrIdx="1350"/>
  <p:cmAuthor id="1352" name="THINPAD" initials="T" lastIdx="0" clrIdx="1351"/>
  <p:cmAuthor id="1353" name="jiangjian10" initials="j" lastIdx="0" clrIdx="1352"/>
  <p:cmAuthor id="1354" name="JIDI" initials="J" lastIdx="0" clrIdx="1353"/>
  <p:cmAuthor id="1355" name="CSH" initials="C" lastIdx="0" clrIdx="1354"/>
  <p:cmAuthor id="1356" name="Smilyrwj" initials="S" lastIdx="0" clrIdx="1355"/>
  <p:cmAuthor id="1357" name="幸运的蕾蕾" initials="幸" lastIdx="0" clrIdx="1356"/>
  <p:cmAuthor id="1358" name="滕杰" initials="滕" lastIdx="0" clrIdx="1357"/>
  <p:cmAuthor id="1359" name="烟台" initials="烟" lastIdx="0" clrIdx="1358"/>
  <p:cmAuthor id="1360" name="汤莹" initials="汤" lastIdx="0" clrIdx="1359"/>
  <p:cmAuthor id="1361" name="代 传江" initials="代" lastIdx="0" clrIdx="1360"/>
  <p:cmAuthor id="1362" name="Marty" initials="M" lastIdx="0" clrIdx="1361"/>
  <p:cmAuthor id="1363" name="未知用户63" initials="未" lastIdx="0" clrIdx="1362"/>
  <p:cmAuthor id="1364" name="L'amour" initials="L" lastIdx="0" clrIdx="1363"/>
  <p:cmAuthor id="1365" name="Am'be'r" initials="A" lastIdx="0" clrIdx="1364"/>
  <p:cmAuthor id="1366" name="woki" initials="w" lastIdx="0" clrIdx="1365"/>
  <p:cmAuthor id="1367" name="WPS_1670732311" initials="W" lastIdx="0" clrIdx="1366"/>
  <p:cmAuthor id="1368" name="WPS_1679281038" initials="W" lastIdx="0" clrIdx="1367"/>
  <p:cmAuthor id="1369" name="张扬" initials="张" lastIdx="0" clrIdx="1368"/>
  <p:cmAuthor id="1370" name="蒋蕊" initials="蒋" lastIdx="0" clrIdx="1369"/>
  <p:cmAuthor id="1371" name="张博韬" initials="张" lastIdx="0" clrIdx="1370"/>
  <p:cmAuthor id="1372" name="陈健" initials="陈" lastIdx="0" clrIdx="1371"/>
  <p:cmAuthor id="1373" name="舒婷" initials="舒" lastIdx="0" clrIdx="1372"/>
  <p:cmAuthor id="1374" name="X" initials="X" lastIdx="0" clrIdx="1373"/>
  <p:cmAuthor id="1375" name="Ning" initials="N" lastIdx="0" clrIdx="1374"/>
  <p:cmAuthor id="1376" name="purple" initials="p" lastIdx="0" clrIdx="1375"/>
  <p:cmAuthor id="1377" name="xun" initials="x" lastIdx="0" clrIdx="1376"/>
  <p:cmAuthor id="1378" name="王通" initials="王" lastIdx="0" clrIdx="1377"/>
  <p:cmAuthor id="1379" name="笑" initials="笑" lastIdx="0" clrIdx="1378"/>
  <p:cmAuthor id="1380" name="陈曦 潘" initials="陈曦" lastIdx="0" clrIdx="1379"/>
  <p:cmAuthor id="1381" name="执笔清晖_" initials="执" lastIdx="0" clrIdx="1380"/>
  <p:cmAuthor id="1382" name="魏澜" initials="魏" lastIdx="0" clrIdx="1381"/>
  <p:cmAuthor id="1383" name="刘哲" initials="刘" lastIdx="0" clrIdx="1382"/>
  <p:cmAuthor id="1384" name="Emilie Q" initials="E" lastIdx="0" clrIdx="1383"/>
  <p:cmAuthor id="1385" name="壹碗粥" initials="壹" lastIdx="0" clrIdx="1384"/>
  <p:cmAuthor id="1386" name="lch" initials="l" lastIdx="0" clrIdx="1385"/>
  <p:cmAuthor id="1387" name="周生" initials="周" lastIdx="0" clrIdx="1386"/>
  <p:cmAuthor id="1388" name="lenovo" initials="l" lastIdx="0" clrIdx="1387"/>
  <p:cmAuthor id="1389" name="金鳞岂非池中物灬" initials="金" lastIdx="0" clrIdx="1388"/>
  <p:cmAuthor id="1390" name="椰树" initials="椰" lastIdx="0" clrIdx="1389"/>
  <p:cmAuthor id="1391" name="Fantastic" initials="F" lastIdx="0" clrIdx="1390"/>
  <p:cmAuthor id="1392" name="采购项目组吴慧力" initials="采" lastIdx="0" clrIdx="1391"/>
  <p:cmAuthor id="1393" name="何兮" initials="何" lastIdx="0" clrIdx="1392"/>
  <p:cmAuthor id="1394" name="唐 赛" initials="唐" lastIdx="0" clrIdx="1393"/>
  <p:cmAuthor id="1395" name="sjzx" initials="s" lastIdx="0" clrIdx="1394"/>
  <p:cmAuthor id="1396" name="yang.yuan" initials="y" lastIdx="0" clrIdx="1395"/>
  <p:cmAuthor id="1397" name="王娟" initials="1" lastIdx="0" clrIdx="1396"/>
  <p:cmAuthor id="1398" name="姗SHAN" initials="姗" lastIdx="0" clrIdx="1397"/>
  <p:cmAuthor id="1399" name="FAN" initials="F" lastIdx="0" clrIdx="1398"/>
  <p:cmAuthor id="1400" name="sunaoran" initials="s" lastIdx="0" clrIdx="1399"/>
  <p:cmAuthor id="1401" name="王喜" initials="7" lastIdx="0" clrIdx="1400"/>
  <p:cmAuthor id="1402" name="刘涛" initials="刘" lastIdx="0" clrIdx="1401"/>
  <p:cmAuthor id="1403" name="裴建英" initials="裴" lastIdx="0" clrIdx="1402"/>
  <p:cmAuthor id="1404" name="周君_MfIffYra" initials="authorId_375419134" lastIdx="0" clrIdx="1403"/>
  <p:cmAuthor id="1405" name="李红" initials="李" lastIdx="0" clrIdx="1404"/>
  <p:cmAuthor id="1406" name="zheng kedan" initials="zk" lastIdx="0" clrIdx="1405"/>
  <p:cmAuthor id="1407" name="杨强" initials="杨" lastIdx="0" clrIdx="1406"/>
  <p:cmAuthor id="1408" name="檀晟 陈" initials="檀晟" lastIdx="0" clrIdx="1407"/>
  <p:cmAuthor id="1409" name="Chengwee" initials="C" lastIdx="0" clrIdx="1408"/>
  <p:cmAuthor id="1410" name="wangmiao" initials="w" lastIdx="0" clrIdx="1409"/>
  <p:cmAuthor id="1411" name="李隽" initials="李" lastIdx="0" clrIdx="1410"/>
  <p:cmAuthor id="1412" name="WPS_1633269817" initials="W" lastIdx="0" clrIdx="1411"/>
  <p:cmAuthor id="1413" name="方蕊" initials="方" lastIdx="0" clrIdx="1412"/>
  <p:cmAuthor id="1414" name="黄孟秦" initials="黄" lastIdx="0" clrIdx="1413"/>
  <p:cmAuthor id="1415" name="chenjy1018@outlook.com" initials="c" lastIdx="0" clrIdx="1414"/>
  <p:cmAuthor id="1416" name="bc" initials="b" lastIdx="0" clrIdx="1415"/>
  <p:cmAuthor id="1417" name="马纪梅" initials="马" lastIdx="0" clrIdx="1416"/>
  <p:cmAuthor id="1418" name="黄超" initials="黄" lastIdx="0" clrIdx="1417"/>
  <p:cmAuthor id="1419" name="liubw07" initials="l" lastIdx="0" clrIdx="1418"/>
  <p:cmAuthor id="1420" name="孙青川" initials="孙" lastIdx="0" clrIdx="1419"/>
  <p:cmAuthor id="1421" name="Wei Fusheng" initials="W" lastIdx="0" clrIdx="1420"/>
  <p:cmAuthor id="1422" name="taikangF1" initials="t" lastIdx="0" clrIdx="1421"/>
  <p:cmAuthor id="1423" name="韩蕴智" initials="韩" lastIdx="0" clrIdx="1422"/>
  <p:cmAuthor id="1424" name="TPL-1803-310253" initials="T" lastIdx="0" clrIdx="1423"/>
  <p:cmAuthor id="1425" name="wangpf24" initials="w" lastIdx="0" clrIdx="1424"/>
  <p:cmAuthor id="1426" name="admin1" initials="a" lastIdx="0" clrIdx="1425"/>
  <p:cmAuthor id="1427" name="fanghong11" initials="f" lastIdx="0" clrIdx="1426"/>
  <p:cmAuthor id="1428" name="clic" initials="c" lastIdx="0" clrIdx="1427"/>
  <p:cmAuthor id="1429" name="小茵2" initials="小" lastIdx="0" clrIdx="1428"/>
  <p:cmAuthor id="1430" name="单单" initials="单" lastIdx="0" clrIdx="1429"/>
  <p:cmAuthor id="1431" name="王迪" initials="王" lastIdx="0" clrIdx="1430"/>
  <p:cmAuthor id="1432" name="海霞" initials="海" lastIdx="0" clrIdx="1431"/>
  <p:cmAuthor id="1433" name="耿 耿" initials="耿耿" lastIdx="0" clrIdx="1432"/>
  <p:cmAuthor id="1434" name="Jamie_" initials="J" lastIdx="0" clrIdx="1433"/>
  <p:cmAuthor id="1435" name="Qingru C" initials="Q" lastIdx="0" clrIdx="1434"/>
  <p:cmAuthor id="1436" name="大苹果" initials="大" lastIdx="0" clrIdx="1435"/>
  <p:cmAuthor id="1437" name="小太阳" initials="小" lastIdx="0" clrIdx="1436"/>
  <p:cmAuthor id="1438" name="省核算 陈梓鸿" initials="省" lastIdx="0" clrIdx="1437"/>
  <p:cmAuthor id="1439" name="贾" initials="贾" lastIdx="0" clrIdx="1438"/>
  <p:cmAuthor id="1440" name="百年钢" initials="百" lastIdx="0" clrIdx="1439"/>
  <p:cmAuthor id="1441" name="李彤彤" initials="李" lastIdx="0" clrIdx="1440"/>
  <p:cmAuthor id="1442" name="随意" initials="随" lastIdx="0" clrIdx="1441"/>
  <p:cmAuthor id="1443" name="Zou fei" initials="Z" lastIdx="0" clrIdx="1442"/>
  <p:cmAuthor id="1444" name="W" initials="W" lastIdx="0" clrIdx="1443"/>
  <p:cmAuthor id="1445" name="银子" initials="银" lastIdx="0" clrIdx="1444"/>
  <p:cmAuthor id="1446" name="晓莉" initials="晓" lastIdx="0" clrIdx="1445"/>
  <p:cmAuthor id="1447" name="daiyi06" initials="d" lastIdx="0" clrIdx="1446"/>
  <p:cmAuthor id="1448" name="一凡" initials="一" lastIdx="0" clrIdx="1447"/>
  <p:cmAuthor id="1449" name="李培" initials="李" lastIdx="0" clrIdx="1448"/>
  <p:cmAuthor id="1450" name="LeeLy" initials="L" lastIdx="0" clrIdx="1449"/>
  <p:cmAuthor id="1451" name="WPS_1665399629" initials="W" lastIdx="0" clrIdx="1450"/>
  <p:cmAuthor id="1452" name="WPS_1642660220" initials="W" lastIdx="0" clrIdx="1451"/>
  <p:cmAuthor id="1453" name="WPS_1615513562" initials="W" lastIdx="0" clrIdx="1452"/>
  <p:cmAuthor id="1454" name="倪建辉" initials="倪" lastIdx="0" clrIdx="1453"/>
  <p:cmAuthor id="1455" name="Irato" initials="I" lastIdx="0" clrIdx="1454"/>
  <p:cmAuthor id="1456" name="尹凯妮" initials="尹" lastIdx="0" clrIdx="1455"/>
  <p:cmAuthor id="1457" name="张宗武" initials="张" lastIdx="0" clrIdx="1456"/>
  <p:cmAuthor id="1458" name="马括" initials="马" lastIdx="0" clrIdx="1457"/>
  <p:cmAuthor id="1459" name="konglu2012@126.com" initials="k" lastIdx="0" clrIdx="1458"/>
  <p:cmAuthor id="1460" name="袁 玥挺" initials="袁" lastIdx="0" clrIdx="1459"/>
  <p:cmAuthor id="1461" name="杨睿" initials="杨" lastIdx="0" clrIdx="1460"/>
  <p:cmAuthor id="1462" name="ju zhang" initials="j" lastIdx="0" clrIdx="1461"/>
  <p:cmAuthor id="1463" name="未知用户79" initials="未" lastIdx="0" clrIdx="1462"/>
  <p:cmAuthor id="1464" name="WPS_1471356134" initials="W" lastIdx="0" clrIdx="1463"/>
  <p:cmAuthor id="1465" name="李" initials="李" lastIdx="0" clrIdx="1464"/>
  <p:cmAuthor id="1466" name="Mr.徐 " initials="M" lastIdx="0" clrIdx="1465"/>
  <p:cmAuthor id="1467" name="风居住过的街道" initials="风" lastIdx="0" clrIdx="1466"/>
  <p:cmAuthor id="1468" name="邓鹏君" initials="邓" lastIdx="0" clrIdx="1467"/>
  <p:cmAuthor id="1469" name="WPS_1389714032" initials="W" lastIdx="0" clrIdx="1468"/>
  <p:cmAuthor id="1470" name="宸" initials="宸" lastIdx="0" clrIdx="1469"/>
  <p:cmAuthor id="1471" name="阿lyx" initials="阿" lastIdx="0" clrIdx="1470"/>
  <p:cmAuthor id="1472" name="白斌" initials="白" lastIdx="0" clrIdx="1471"/>
  <p:cmAuthor id="1473" name="邵静" initials="邵" lastIdx="0" clrIdx="1472"/>
  <p:cmAuthor id="1474" name="spoon" initials="s" lastIdx="0" clrIdx="1473"/>
  <p:cmAuthor id="1475" name="王博琳" initials="王" lastIdx="0" clrIdx="1474"/>
  <p:cmAuthor id="1476" name="苗茜" initials="苗" lastIdx="0" clrIdx="1475"/>
  <p:cmAuthor id="1477" name="徐廷" initials="徐" lastIdx="0" clrIdx="1476"/>
  <p:cmAuthor id="1478" name="赵 福军" initials="赵" lastIdx="0" clrIdx="1477"/>
  <p:cmAuthor id="1479" name="Qi Shuai Song" initials="Q" lastIdx="0" clrIdx="1478"/>
  <p:cmAuthor id="1480" name="未知用户8" initials="未" lastIdx="0" clrIdx="1479"/>
  <p:cmAuthor id="1481" name="未知用户9" initials="未" lastIdx="0" clrIdx="1480"/>
  <p:cmAuthor id="1482" name="未知用户7" initials="未" lastIdx="0" clrIdx="1481"/>
  <p:cmAuthor id="1483" name="easytosay@163.com" initials="e" lastIdx="0" clrIdx="1482"/>
  <p:cmAuthor id="1484" name="未知用户3" initials="未" lastIdx="0" clrIdx="1483"/>
  <p:cmAuthor id="1485" name="未知用户4" initials="未" lastIdx="0" clrIdx="1484"/>
  <p:cmAuthor id="1486" name=" " initials=" " lastIdx="0" clrIdx="1485"/>
  <p:cmAuthor id="1487" name="陈俊奕" initials="陈" lastIdx="0" clrIdx="1486"/>
  <p:cmAuthor id="1488" name="zhoulifang" initials="z" lastIdx="0" clrIdx="1487"/>
  <p:cmAuthor id="1489" name="陈丽" initials="陈" lastIdx="0" clrIdx="1488"/>
  <p:cmAuthor id="1490" name="未知用户22" initials="未" lastIdx="0" clrIdx="1489"/>
  <p:cmAuthor id="1491" name="未知用户25" initials="未" lastIdx="0" clrIdx="1490"/>
  <p:cmAuthor id="1492" name="未知用户26" initials="未" lastIdx="0" clrIdx="1491"/>
  <p:cmAuthor id="1493" name="未知用户27" initials="未" lastIdx="0" clrIdx="1492"/>
  <p:cmAuthor id="1494" name="林雪" initials="林" lastIdx="0" clrIdx="1493"/>
  <p:cmAuthor id="1495" name="wumin" initials="w" lastIdx="0" clrIdx="1494"/>
  <p:cmAuthor id="1496" name="My" initials="M" lastIdx="0" clrIdx="1495"/>
  <p:cmAuthor id="1497" name="黄 海腾" initials="黄" lastIdx="0" clrIdx="1496"/>
  <p:cmAuthor id="1498" name="王亚宁" initials="王" lastIdx="0" clrIdx="1497"/>
  <p:cmAuthor id="1499" name="高岩" initials="高" lastIdx="0" clrIdx="1498"/>
  <p:cmAuthor id="1500" name="赵远杨" initials="zyy" lastIdx="0" clrIdx="1499"/>
  <p:cmAuthor id="1501" name="Andy.Tiller" initials="A" lastIdx="0" clrIdx="1500"/>
  <p:cmAuthor id="1502" name="QBOSSCHEN" initials="Q" lastIdx="0" clrIdx="1501"/>
  <p:cmAuthor id="1503" name="levy" initials="l" lastIdx="0" clrIdx="1502"/>
  <p:cmAuthor id="1504" name="77192" initials="7" lastIdx="0" clrIdx="1503"/>
  <p:cmAuthor id="1505" name="lgp" initials="l" lastIdx="0" clrIdx="1504"/>
  <p:cmAuthor id="1506" name="qhb" initials="q" lastIdx="0" clrIdx="1505"/>
  <p:cmAuthor id="1507" name="ProMedican" initials="P" lastIdx="0" clrIdx="1506"/>
  <p:cmAuthor id="1508" name="侯清英" initials="侯" lastIdx="0" clrIdx="1507"/>
  <p:cmAuthor id="1509" name="甘 露" initials="甘" lastIdx="0" clrIdx="1508"/>
  <p:cmAuthor id="1510" name="雷庭" initials="雷" lastIdx="0" clrIdx="1509"/>
  <p:cmAuthor id="1511" name="f n" initials="fn" lastIdx="0" clrIdx="1510"/>
  <p:cmAuthor id="1512" name="未知用户52" initials="未" lastIdx="0" clrIdx="1511"/>
  <p:cmAuthor id="1513" name="未知用户85" initials="未" lastIdx="0" clrIdx="1512"/>
  <p:cmAuthor id="1514" name="未知用户86" initials="未" lastIdx="0" clrIdx="1513"/>
  <p:cmAuthor id="1515" name="宋春华" initials="宋" lastIdx="0" clrIdx="1514"/>
  <p:cmAuthor id="1516" name="马妍" initials="马" lastIdx="0" clrIdx="1515"/>
  <p:cmAuthor id="1517" name="temp" initials="t" lastIdx="0" clrIdx="1516"/>
  <p:cmAuthor id="1518" name="刘 姝" initials="刘" lastIdx="0" clrIdx="1517"/>
  <p:cmAuthor id="1519" name="未知用户92" initials="未" lastIdx="0" clrIdx="1518"/>
  <p:cmAuthor id="1520" name="Sheng Bao" initials="SB" lastIdx="0" clrIdx="1519"/>
  <p:cmAuthor id="1521" name="杰 杨" initials="杰" lastIdx="0" clrIdx="1520"/>
  <p:cmAuthor id="1522" name="Chun Mei Huang" initials="CMH" lastIdx="0" clrIdx="1521"/>
  <p:cmAuthor id="1523" name="彬 罗" initials="彬" lastIdx="0" clrIdx="1522"/>
  <p:cmAuthor id="1524" name="PC" initials="P" lastIdx="0" clrIdx="1523"/>
  <p:cmAuthor id="1525" name="罗彬" initials="罗" lastIdx="0" clrIdx="1524"/>
  <p:cmAuthor id="1526" name="1 mac" initials="1" lastIdx="0" clrIdx="1525"/>
  <p:cmAuthor id="1527" name="Jinyi" initials="J" lastIdx="0" clrIdx="1526"/>
  <p:cmAuthor id="1528" name="江涛 李" initials="江" lastIdx="0" clrIdx="1527"/>
  <p:cmAuthor id="1529" name="番茄花园" initials="番" lastIdx="0" clrIdx="1528"/>
  <p:cmAuthor id="1530" name="王俊" initials="王" lastIdx="0" clrIdx="1529"/>
  <p:cmAuthor id="1531" name="Fred" initials="F" lastIdx="0" clrIdx="1530"/>
  <p:cmAuthor id="1532" name="W Nic" initials="W" lastIdx="0" clrIdx="1531"/>
  <p:cmAuthor id="1533" name="徐 宁" initials="徐" lastIdx="0" clrIdx="1532"/>
  <p:cmAuthor id="1534" name="团的 X奶爸" initials="团" lastIdx="0" clrIdx="1533"/>
  <p:cmAuthor id="1535" name="wu hongwei" initials="wh" lastIdx="0" clrIdx="1534"/>
  <p:cmAuthor id="1536" name="王凌霄" initials="王" lastIdx="0" clrIdx="1535"/>
  <p:cmAuthor id="1537" name="hao yongbing" initials="hy" lastIdx="0" clrIdx="1536"/>
  <p:cmAuthor id="1538" name="总公司培训部" initials="总" lastIdx="0" clrIdx="1537"/>
  <p:cmAuthor id="1539" name="范丽萍" initials="范" lastIdx="0" clrIdx="1538"/>
  <p:cmAuthor id="1540" name="吴 小丽" initials="吴" lastIdx="0" clrIdx="1539"/>
  <p:cmAuthor id="1541" name="AbuSina" initials="A" lastIdx="0" clrIdx="1540"/>
  <p:cmAuthor id="1542" name="张婧玉" initials="张婧玉" lastIdx="0" clrIdx="1541"/>
  <p:cmAuthor id="1543" name="叶英" initials="YY" lastIdx="0" clrIdx="1542"/>
  <p:cmAuthor id="1544" name="田辰" initials="田" lastIdx="0" clrIdx="1543"/>
  <p:cmAuthor id="1545" name="Ada" initials="A" lastIdx="0" clrIdx="1544"/>
  <p:cmAuthor id="1546" name="小富婆" initials="小" lastIdx="0" clrIdx="1545"/>
  <p:cmAuthor id="1547" name="Dell" initials="D" lastIdx="0" clrIdx="1546"/>
  <p:cmAuthor id="1548" name="刘承洋" initials="A" lastIdx="0" clrIdx="1547"/>
  <p:cmAuthor id="1549" name="李 丽娜" initials="李" lastIdx="0" clrIdx="1548"/>
  <p:cmAuthor id="1550" name="班娜" initials="班" lastIdx="0" clrIdx="1549"/>
  <p:cmAuthor id="1551" name="刘佳" initials="liu" lastIdx="0" clrIdx="1550"/>
  <p:cmAuthor id="1552" name="lili" initials="l" lastIdx="0" clrIdx="1551"/>
  <p:cmAuthor id="1553" name="李登伦" initials="李" lastIdx="0" clrIdx="1552"/>
  <p:cmAuthor id="1554" name="谢能" initials="谢" lastIdx="0" clrIdx="1553"/>
  <p:cmAuthor id="1555" name="汤晴" initials="汤" lastIdx="0" clrIdx="1554"/>
  <p:cmAuthor id="1556" name="毛文晋" initials="毛" lastIdx="0" clrIdx="1555"/>
  <p:cmAuthor id="1557" name="Microsoft Office User" initials="MOU" lastIdx="0" clrIdx="1556"/>
  <p:cmAuthor id="1558" name="微软系统" initials="微" lastIdx="0" clrIdx="1557"/>
  <p:cmAuthor id="1559" name="王建" initials="王" lastIdx="0" clrIdx="1558"/>
  <p:cmAuthor id="1560" name="liang" initials="l" lastIdx="0" clrIdx="1559"/>
  <p:cmAuthor id="1561" name="刘欣" initials="刘" lastIdx="0" clrIdx="1560"/>
  <p:cmAuthor id="1562" name="陈静雯" initials="陈" lastIdx="0" clrIdx="1561"/>
  <p:cmAuthor id="1563" name="Wanwei Liang" initials="W" lastIdx="0" clrIdx="1562"/>
  <p:cmAuthor id="1564" name="陈容慧" initials="陈" lastIdx="0" clrIdx="1563"/>
  <p:cmAuthor id="1565" name="Sam Leung" initials="SL" lastIdx="0" clrIdx="1564"/>
  <p:cmAuthor id="1566" name="XuHesong" initials="X" lastIdx="0" clrIdx="1565"/>
  <p:cmAuthor id="1567" name="周静" initials="周" lastIdx="0" clrIdx="1566"/>
  <p:cmAuthor id="1568" name="张文蕾" initials="张" lastIdx="0" clrIdx="1567"/>
  <p:cmAuthor id="1569" name="郑勇进" initials="郑勇进" lastIdx="0" clrIdx="1568"/>
  <p:cmAuthor id="1570" name="何子文" initials="何子文" lastIdx="0" clrIdx="1569"/>
  <p:cmAuthor id="1571" name="China" initials="C" lastIdx="0" clrIdx="1570"/>
  <p:cmAuthor id="1572" name="h468" initials="h" lastIdx="0" clrIdx="1571"/>
  <p:cmAuthor id="1573" name="Windows" initials="W" lastIdx="0" clrIdx="1572"/>
  <p:cmAuthor id="1574" name="zccdl" initials="z" lastIdx="0" clrIdx="1573"/>
  <p:cmAuthor id="1575" name="单鹏飞jd" initials="单" lastIdx="0" clrIdx="1574"/>
  <p:cmAuthor id="1576" name="卢晓童" initials="卢" lastIdx="0" clrIdx="1575"/>
  <p:cmAuthor id="1577" name="8618988765258" initials="8" lastIdx="0" clrIdx="1576"/>
  <p:cmAuthor id="1578" name="史璐瑶" initials="史" lastIdx="0" clrIdx="1577"/>
  <p:cmAuthor id="1579" name="MACHENIKE" initials="M" lastIdx="0" clrIdx="1578"/>
  <p:cmAuthor id="1580" name="石晓利" initials="C" lastIdx="0" clrIdx="1579"/>
  <p:cmAuthor id="1581" name="解飞|xief" initials="解飞" lastIdx="0" clrIdx="1580"/>
  <p:cmAuthor id="1582" name="songlinyan" initials="s" lastIdx="0" clrIdx="1581"/>
  <p:cmAuthor id="1583" name="徐琳00159163" initials="徐琳00159163" lastIdx="0" clrIdx="1582"/>
  <p:cmAuthor id="1584" name="核保" initials="核" lastIdx="0" clrIdx="1583"/>
  <p:cmAuthor id="1585" name="未知用户112" initials="未" lastIdx="0" clrIdx="1584"/>
  <p:cmAuthor id="1586" name="未知的使用者109" initials="" lastIdx="0" clrIdx="1585"/>
  <p:cmAuthor id="1587" name="娜 刘" initials="娜刘" lastIdx="0" clrIdx="1586"/>
  <p:cmAuthor id="1588" name="袁广涛" initials="袁" lastIdx="0" clrIdx="1587"/>
  <p:cmAuthor id="1589" name="未知用户67" initials="未" lastIdx="0" clrIdx="1588"/>
  <p:cmAuthor id="1590" name="未知用户18" initials="未" lastIdx="0" clrIdx="1589"/>
  <p:cmAuthor id="1591" name="冯帅" initials="冯" lastIdx="0" clrIdx="1590"/>
  <p:cmAuthor id="1592" name="杨玉婷jd" initials="杨" lastIdx="0" clrIdx="1591"/>
  <p:cmAuthor id="1593" name="80732" initials="8" lastIdx="0" clrIdx="1592"/>
  <p:cmAuthor id="1594" name="Localadmin" initials="L" lastIdx="0" clrIdx="1593"/>
  <p:cmAuthor id="1595" name="hp" initials="h" lastIdx="0" clrIdx="1594"/>
  <p:cmAuthor id="1596" name="郭敏娜(Minna Guo)" initials="郭" lastIdx="0" clrIdx="1595"/>
  <p:cmAuthor id="1597" name="姚灿" initials="姚" lastIdx="0" clrIdx="1596"/>
  <p:cmAuthor id="1598" name="未知用户228" initials="未" lastIdx="0" clrIdx="1597"/>
  <p:cmAuthor id="1599" name="佩云 李" initials="佩李" lastIdx="0" clrIdx="1598"/>
  <p:cmAuthor id="1600" name="15853" initials="1" lastIdx="0" clrIdx="1599"/>
  <p:cmAuthor id="1601" name="abder" initials="a" lastIdx="0" clrIdx="1600"/>
  <p:cmAuthor id="1602" name="张建超" initials="张" lastIdx="0" clrIdx="1601"/>
  <p:cmAuthor id="1603" name="未知用户225" initials="未" lastIdx="0" clrIdx="1602"/>
  <p:cmAuthor id="1604" name="xuhaoyu" initials="x" lastIdx="0" clrIdx="1603"/>
  <p:cmAuthor id="1605" name="建雄 雷" initials="建" lastIdx="0" clrIdx="1604"/>
  <p:cmAuthor id="1606" name="bzyz" initials="b" lastIdx="0" clrIdx="1605"/>
  <p:cmAuthor id="1607" name="未知用户53" initials="未" lastIdx="0" clrIdx="1606"/>
  <p:cmAuthor id="1608" name="WPS_1423260211_F3mya2uI" initials="authorId_1423260211" lastIdx="0" clrIdx="1607"/>
  <p:cmAuthor id="1609" name="尹 姣姣" initials="尹" lastIdx="0" clrIdx="1608"/>
  <p:cmAuthor id="1610" name="18724" initials="1" lastIdx="0" clrIdx="1609"/>
  <p:cmAuthor id="1611" name="yuxm23" initials="y" lastIdx="0" clrIdx="1610"/>
  <p:cmAuthor id="1612" name="liyz66" initials="l" lastIdx="0" clrIdx="1611"/>
  <p:cmAuthor id="1613" name="史 喜英" initials="史" lastIdx="0" clrIdx="1612"/>
  <p:cmAuthor id="1614" name="15937" initials="1" lastIdx="0" clrIdx="1613"/>
  <p:cmAuthor id="1615" name="gus9@chinaunicom.cn" initials="g" lastIdx="0" clrIdx="1614"/>
  <p:cmAuthor id="1616" name="于书涛" initials="于" lastIdx="0" clrIdx="1615"/>
  <p:cmAuthor id="1617" name="Kristi Heim" initials="K" lastIdx="0" clrIdx="1616"/>
  <p:cmAuthor id="1618" name="武涧峰" initials="武" lastIdx="0" clrIdx="1617"/>
  <p:cmAuthor id="1619" name="孙士钊jd" initials="孙" lastIdx="0" clrIdx="1618"/>
  <p:cmAuthor id="1620" name="孙斌" initials="孙" lastIdx="0" clrIdx="1619"/>
  <p:cmAuthor id="1621" name="Anti-" initials="A" lastIdx="0" clrIdx="1620"/>
  <p:cmAuthor id="1622" name="waybox" initials="w" lastIdx="0" clrIdx="1621"/>
  <p:cmAuthor id="1623" name="鸢玮炙殇" initials="鸢" lastIdx="0" clrIdx="1622"/>
  <p:cmAuthor id="1624" name="尚旻" initials="尚" lastIdx="0" clrIdx="1623"/>
  <p:cmAuthor id="1625" name="小猫娜娜" initials="小" lastIdx="0" clrIdx="1624"/>
  <p:cmAuthor id="1626" name="悠悠我心" initials="悠" lastIdx="0" clrIdx="1625"/>
  <p:cmAuthor id="1627" name="wsl" initials="w" lastIdx="0" clrIdx="1626"/>
  <p:cmAuthor id="1628" name="陈梓语" initials="陈" lastIdx="0" clrIdx="1627"/>
  <p:cmAuthor id="1629" name="ym" initials="y" lastIdx="0" clrIdx="1628"/>
  <p:cmAuthor id="1630" name="旧林" initials="旧" lastIdx="0" clrIdx="1629"/>
  <p:cmAuthor id="1631" name="yin gang" initials="yg" lastIdx="0" clrIdx="1630"/>
  <p:cmAuthor id="1632" name="H" initials="H" lastIdx="0" clrIdx="1631"/>
  <p:cmAuthor id="1633" name="洲三哥" initials="洲" lastIdx="0" clrIdx="1632"/>
  <p:cmAuthor id="1634" name="刘云鹏" initials="刘" lastIdx="0" clrIdx="1633"/>
  <p:cmAuthor id="1635" name="25031" initials="2" lastIdx="0" clrIdx="1634"/>
  <p:cmAuthor id="1636" name="Evelyn@" initials="E" lastIdx="0" clrIdx="1635"/>
  <p:cmAuthor id="1637" name="1328901350@qq.com" initials="1" lastIdx="0" clrIdx="1636"/>
  <p:cmAuthor id="1638" name="陈栩" initials="陈" lastIdx="0" clrIdx="1637"/>
  <p:cmAuthor id="1639" name="代博夏" initials="u" lastIdx="0" clrIdx="1638"/>
  <p:cmAuthor id="1640" name="鄂川 张" initials="鄂张" lastIdx="0" clrIdx="1639"/>
  <p:cmAuthor id="1641" name="likq06" initials="l" lastIdx="0" clrIdx="1640"/>
  <p:cmAuthor id="1642" name="ruanjiu" initials="r" lastIdx="0" clrIdx="1641"/>
  <p:cmAuthor id="1643" name="TK" initials="T" lastIdx="0" clrIdx="1642"/>
  <p:cmAuthor id="1644" name="Kathy" initials="K" lastIdx="0" clrIdx="1643"/>
  <p:cmAuthor id="1645" name="yanglu30" initials="y" lastIdx="0" clrIdx="1644"/>
  <p:cmAuthor id="1646" name="mazn01" initials="m" lastIdx="0" clrIdx="1645"/>
  <p:cmAuthor id="1647" name="wangweixia" initials="w" lastIdx="0" clrIdx="1646"/>
  <p:cmAuthor id="1648" name="liangzx07" initials="l" lastIdx="0" clrIdx="1647"/>
  <p:cmAuthor id="1649" name="黄龙" initials="黄" lastIdx="0" clrIdx="1648"/>
  <p:cmAuthor id="1650" name="未知用户321" initials="未" lastIdx="0" clrIdx="1649"/>
  <p:cmAuthor id="1651" name="Y3-518" initials="Y" lastIdx="0" clrIdx="1650"/>
  <p:cmAuthor id="1652" name="何玮亚" initials="何" lastIdx="0" clrIdx="1651"/>
  <p:cmAuthor id="1653" name="郭荣辉" initials="郭" lastIdx="0" clrIdx="1652"/>
  <p:cmAuthor id="1654" name="18043170808" initials="1" lastIdx="0" clrIdx="1653"/>
  <p:cmAuthor id="1655" name="luyt05" initials="l" lastIdx="0" clrIdx="1654"/>
  <p:cmAuthor id="1656" name="chen xiaoling" initials="c" lastIdx="0" clrIdx="1655"/>
  <p:cmAuthor id="1657" name="45433" initials="4" lastIdx="0" clrIdx="1656"/>
  <p:cmAuthor id="1658" name="陈希(寿险一元培训部)" initials="陈" lastIdx="0" clrIdx="1657"/>
  <p:cmAuthor id="1659" name="SKY" initials="S" lastIdx="0" clrIdx="1658"/>
  <p:cmAuthor id="1660" name="刘莎" initials="刘" lastIdx="0" clrIdx="1659"/>
  <p:cmAuthor id="1661" name="T K" initials="T" lastIdx="0" clrIdx="1660"/>
  <p:cmAuthor id="1662" name="mengxy27" initials="m" lastIdx="0" clrIdx="1661"/>
  <p:cmAuthor id="1663" name="ht guo" initials="h" lastIdx="0" clrIdx="1662"/>
  <p:cmAuthor id="1664" name="JXGXB" initials="J" lastIdx="0" clrIdx="1663"/>
  <p:cmAuthor id="1665" name="Disuzz" initials="D" lastIdx="0" clrIdx="1664"/>
  <p:cmAuthor id="1666" name="陈蕾" initials="陈" lastIdx="0" clrIdx="1665"/>
  <p:cmAuthor id="1667" name="86177" initials="8" lastIdx="0" clrIdx="1666"/>
  <p:cmAuthor id="1668" name="陈 娟" initials="陈" lastIdx="0" clrIdx="1667"/>
  <p:cmAuthor id="1669" name="1716169290@qq.com" initials="1" lastIdx="0" clrIdx="1668"/>
  <p:cmAuthor id="1670" name="朱霄雪" initials="朱" lastIdx="0" clrIdx="1669"/>
  <p:cmAuthor id="1671" name="黄亚龙" initials="黄" lastIdx="0" clrIdx="1670"/>
  <p:cmAuthor id="1672" name="胡君" initials="胡" lastIdx="0" clrIdx="1671"/>
  <p:cmAuthor id="1673" name="未知的使用者106" initials="" lastIdx="0" clrIdx="1672"/>
  <p:cmAuthor id="1674" name="未知用户78" initials="" lastIdx="0" clrIdx="1673"/>
  <p:cmAuthor id="1675" name="杨迟" initials="杨" lastIdx="0" clrIdx="1674"/>
  <p:cmAuthor id="1676" name="姓 汤旭铭" initials="姓" lastIdx="0" clrIdx="1675"/>
  <p:cmAuthor id="1677" name="程康平" initials="程" lastIdx="0" clrIdx="1676"/>
  <p:cmAuthor id="1678" name="majl" initials="m" lastIdx="0" clrIdx="1677"/>
  <p:cmAuthor id="1679" name="钱 伟强" initials="钱" lastIdx="0" clrIdx="1678"/>
  <p:cmAuthor id="1680" name="李旭兰" initials="李" lastIdx="0" clrIdx="1679"/>
  <p:cmAuthor id="1681" name="Maxsad" initials="M" lastIdx="0" clrIdx="1680"/>
  <p:cmAuthor id="1682" name="未知用户339" initials="未" lastIdx="0" clrIdx="1681"/>
  <p:cmAuthor id="1683" name="未知用户330" initials="未" lastIdx="0" clrIdx="1682"/>
  <p:cmAuthor id="1684" name="未知用户331" initials="未" lastIdx="0" clrIdx="1683"/>
  <p:cmAuthor id="1685" name="未知用户223" initials="未" lastIdx="0" clrIdx="1684"/>
  <p:cmAuthor id="1686" name="User" initials="U" lastIdx="0" clrIdx="1685"/>
  <p:cmAuthor id="1687" name="张岱维" initials="张" lastIdx="0" clrIdx="1686"/>
  <p:cmAuthor id="1688" name="Eliva Sun" initials="E" lastIdx="0" clrIdx="1687"/>
  <p:cmAuthor id="1689" name="巧克力" initials="巧" lastIdx="0" clrIdx="1688"/>
  <p:cmAuthor id="1690" name="吴梅" initials="吴" lastIdx="0" clrIdx="1689"/>
  <p:cmAuthor id="1691" name="HYS-28" initials="H" lastIdx="0" clrIdx="1690"/>
  <p:cmAuthor id="1692" name="李晶晶" initials="李" lastIdx="0" clrIdx="1691"/>
  <p:cmAuthor id="1693" name="李静" initials="李" lastIdx="0" clrIdx="1692"/>
  <p:cmAuthor id="1694" name="Chinalife_Cz" initials="C" lastIdx="0" clrIdx="1693"/>
  <p:cmAuthor id="1695" name="Virginia" initials="V" lastIdx="0" clrIdx="1694"/>
  <p:cmAuthor id="1696" name="林慧娴" initials="林" lastIdx="0" clrIdx="1695"/>
  <p:cmAuthor id="1697" name="耀锋 余" initials="耀" lastIdx="0" clrIdx="1696"/>
  <p:cmAuthor id="1698" name="Achim Bauer" initials="AB" lastIdx="0" clrIdx="1697"/>
  <p:cmAuthor id="1699" name="周波" initials="周" lastIdx="0" clrIdx="1698"/>
  <p:cmAuthor id="1700" name="朱 明晔" initials="朱" lastIdx="0" clrIdx="1699"/>
  <p:cmAuthor id="1701" name="15806574110@163.com" initials="1" lastIdx="0" clrIdx="1700"/>
  <p:cmAuthor id="1702" name="封苏峻" initials="封" lastIdx="0" clrIdx="1701"/>
  <p:cmAuthor id="1703" name="赵小瞾" initials="赵" lastIdx="0" clrIdx="1702"/>
  <p:cmAuthor id="1704" name="Elfie" initials="E" lastIdx="0" clrIdx="1703"/>
  <p:cmAuthor id="1705" name="邹亮" initials="邹" lastIdx="0" clrIdx="1704"/>
  <p:cmAuthor id="1706" name="Calvin G" initials="C" lastIdx="0" clrIdx="1705"/>
  <p:cmAuthor id="1707" name="xiaohong" initials="x" lastIdx="0" clrIdx="1706"/>
  <p:cmAuthor id="1708" name="13487" initials="1" lastIdx="0" clrIdx="1707"/>
  <p:cmAuthor id="1709" name="朱雯" initials="朱" lastIdx="0" clrIdx="1708"/>
  <p:cmAuthor id="1710" name="qiaohuiying" initials="q" lastIdx="0" clrIdx="1709"/>
  <p:cmAuthor id="1711" name="樊 现静" initials="樊" lastIdx="0" clrIdx="1710"/>
  <p:cmAuthor id="1712" name="殷小霞" initials="殷" lastIdx="0" clrIdx="1711"/>
  <p:cmAuthor id="1713" name="豆豆" initials="豆" lastIdx="0" clrIdx="1712"/>
  <p:cmAuthor id="1714" name="万户网络" initials="万" lastIdx="0" clrIdx="1713"/>
  <p:cmAuthor id="1715" name="若叶时代" initials="若" lastIdx="0" clrIdx="1714"/>
  <p:cmAuthor id="1716" name="S" initials="S" lastIdx="0" clrIdx="1715"/>
  <p:cmAuthor id="1717" name="Li" initials="L" lastIdx="0" clrIdx="1716"/>
  <p:cmAuthor id="1718" name="王健" initials="王" lastIdx="0" clrIdx="1717"/>
  <p:cmAuthor id="1719" name="MENG" initials="M" lastIdx="0" clrIdx="1718"/>
  <p:cmAuthor id="1720" name="丁蕾" initials="丁" lastIdx="0" clrIdx="1719"/>
  <p:cmAuthor id="1721" name="张海鸥" initials="张" lastIdx="0" clrIdx="1720"/>
  <p:cmAuthor id="1722" name="钱文南" initials="z" lastIdx="0" clrIdx="1721"/>
  <p:cmAuthor id="1723" name="葛继建" initials="葛" lastIdx="0" clrIdx="1722"/>
  <p:cmAuthor id="1724" name="邵明伟" initials="邵" lastIdx="0" clrIdx="1723"/>
  <p:cmAuthor id="1725" name="s'd" initials="s" lastIdx="0" clrIdx="1724"/>
  <p:cmAuthor id="1726" name="zhang ju" initials="z" lastIdx="0" clrIdx="1725"/>
  <p:cmAuthor id="1727" name="邓 志霞" initials="邓" lastIdx="0" clrIdx="1726"/>
  <p:cmAuthor id="1728" name="妍 谢" initials="妍" lastIdx="0" clrIdx="1727"/>
  <p:cmAuthor id="1729" name="王辰莹" initials="王" lastIdx="0" clrIdx="1728"/>
  <p:cmAuthor id="1730" name="宫伟" initials="宫" lastIdx="0" clrIdx="1729"/>
  <p:cmAuthor id="1731" name="王岩山" initials="王" lastIdx="0" clrIdx="1730"/>
  <p:cmAuthor id="1732" name="dell" initials="d" lastIdx="0" clrIdx="1731"/>
  <p:cmAuthor id="1733" name="杨椿" initials="1" lastIdx="0" clrIdx="1732"/>
  <p:cmAuthor id="1734" name="chou charlotte" initials="cc" lastIdx="0" clrIdx="1733"/>
  <p:cmAuthor id="1735" name="杨鳗琳" initials="YML" lastIdx="0" clrIdx="1734"/>
  <p:cmAuthor id="1736" name="袁彬" initials="袁" lastIdx="0" clrIdx="1735"/>
  <p:cmAuthor id="1737" name="li ly" initials="ll" lastIdx="0" clrIdx="1736"/>
  <p:cmAuthor id="1738" name="章 硕" initials="章" lastIdx="0" clrIdx="1737"/>
  <p:cmAuthor id="1739" name="兔" initials="兔" lastIdx="0" clrIdx="1738"/>
  <p:cmAuthor id="1740" name="孙倩" initials="孙" lastIdx="0" clrIdx="1739"/>
  <p:cmAuthor id="1741" name="14218" initials="1" lastIdx="0" clrIdx="1740"/>
  <p:cmAuthor id="1742" name="张宝霞" initials="张" lastIdx="0" clrIdx="1741"/>
  <p:cmAuthor id="1743" name="刘博" initials="刘" lastIdx="0" clrIdx="1742"/>
  <p:cmAuthor id="1744" name="neko" initials="n" lastIdx="0" clrIdx="1743"/>
  <p:cmAuthor id="1745" name="sdw" initials="s" lastIdx="0" clrIdx="1744"/>
  <p:cmAuthor id="1746" name="吴宏伟" initials="w" lastIdx="0" clrIdx="1745"/>
  <p:cmAuthor id="1747" name="ning _" initials="n_" lastIdx="0" clrIdx="1746"/>
  <p:cmAuthor id="1748" name="何杨" initials="p" lastIdx="0" clrIdx="1747"/>
  <p:cmAuthor id="1749" name="guan wei" initials="gw" lastIdx="0" clrIdx="1748"/>
  <p:cmAuthor id="1750" name="牛登超" initials="牛" lastIdx="0" clrIdx="1749"/>
  <p:cmAuthor id="1751" name="jinrui02" initials="j" lastIdx="0" clrIdx="1750"/>
  <p:cmAuthor id="1752" name="caoyq0624" initials="c" lastIdx="0" clrIdx="1751"/>
  <p:cmAuthor id="1753" name="zhushubing" initials="" lastIdx="0" clrIdx="1752"/>
  <p:cmAuthor id="1754" name="NN M" initials="NM" lastIdx="0" clrIdx="1753"/>
  <p:cmAuthor id="1755" name="Zhou Xuanjun" initials="Z" lastIdx="0" clrIdx="1754"/>
  <p:cmAuthor id="1756" name="Microsoft" initials="M" lastIdx="0" clrIdx="1755"/>
  <p:cmAuthor id="1757" name="s ly" initials="sl" lastIdx="0" clrIdx="1756"/>
  <p:cmAuthor id="1758" name="hmq" initials="h" lastIdx="0" clrIdx="1757"/>
  <p:cmAuthor id="1759" name="邹积逊" initials="邹" lastIdx="0" clrIdx="1758"/>
  <p:cmAuthor id="1760" name="未知用户98" initials="未" lastIdx="0" clrIdx="1759"/>
  <p:cmAuthor id="1761" name="Ralph Sun" initials="RS" lastIdx="0" clrIdx="1760"/>
  <p:cmAuthor id="1762" name="PC-6" initials="P" lastIdx="0" clrIdx="1761"/>
  <p:cmAuthor id="1763" name="Gong Huan" initials="GH" lastIdx="0" clrIdx="1762"/>
  <p:cmAuthor id="1764" name="SXSir" initials="S" lastIdx="0" clrIdx="1763"/>
  <p:cmAuthor id="1765" name="song chuan" initials="sc" lastIdx="0" clrIdx="1764"/>
  <p:cmAuthor id="1766" name="未知用户58" initials="未知用户58" lastIdx="0" clrIdx="1765"/>
  <p:cmAuthor id="1767" name="肖凯" initials="肖" lastIdx="0" clrIdx="1766"/>
  <p:cmAuthor id="1768" name="邓诗雅" initials="邓" lastIdx="0" clrIdx="1767"/>
  <p:cmAuthor id="1769" name="杨淼班" initials="杨" lastIdx="0" clrIdx="1768"/>
  <p:cmAuthor id="1770" name="于洋" initials="于" lastIdx="0" clrIdx="1769"/>
  <p:cmAuthor id="1771" name="an shen" initials="as" lastIdx="0" clrIdx="1770"/>
  <p:cmAuthor id="1772" name="夏日信号" initials="夏" lastIdx="0" clrIdx="1771"/>
  <p:cmAuthor id="1773" name="年宝" initials="年" lastIdx="0" clrIdx="1772"/>
  <p:cmAuthor id="1774" name="张小咖" initials="张" lastIdx="0" clrIdx="1773"/>
  <p:cmAuthor id="1775" name="洁" initials="洁" lastIdx="0" clrIdx="1774"/>
  <p:cmAuthor id="1776" name="ZYM" initials="Z" lastIdx="0" clrIdx="1775"/>
  <p:cmAuthor id="1777" name="夏夏夏" initials="夏" lastIdx="0" clrIdx="1776"/>
  <p:cmAuthor id="1778" name="未知的使用者236" initials="未" lastIdx="0" clrIdx="1777"/>
  <p:cmAuthor id="1779" name="qqqqq" initials="q" lastIdx="0" clrIdx="1778"/>
  <p:cmAuthor id="1780" name="Kangkang" initials="K" lastIdx="0" clrIdx="1779"/>
  <p:cmAuthor id="1781" name="nini" initials="n" lastIdx="0" clrIdx="1780"/>
  <p:cmAuthor id="1782" name="凡  夫" initials="凡" lastIdx="0" clrIdx="1781"/>
  <p:cmAuthor id="1783" name="jm90" initials="j" lastIdx="0" clrIdx="1782"/>
  <p:cmAuthor id="1784" name="cheng_程" initials="c" lastIdx="0" clrIdx="1783"/>
  <p:cmAuthor id="1785" name="周峻峰" initials="周" lastIdx="0" clrIdx="1784"/>
  <p:cmAuthor id="1786" name="G·H·M" initials="G" lastIdx="0" clrIdx="1785"/>
  <p:cmAuthor id="1787" name="tutu" initials="t" lastIdx="0" clrIdx="1786"/>
  <p:cmAuthor id="1788" name="若雯-Melody" initials="若" lastIdx="0" clrIdx="1787"/>
  <p:cmAuthor id="1789" name="晨 李" initials="晨李" lastIdx="0" clrIdx="1788"/>
  <p:cmAuthor id="1790" name="王葡萄、" initials="王" lastIdx="0" clrIdx="1789"/>
  <p:cmAuthor id="1791" name="YanC" initials="Y" lastIdx="0" clrIdx="1790"/>
  <p:cmAuthor id="1792" name="tkuser" initials="t" lastIdx="0" clrIdx="1791"/>
  <p:cmAuthor id="1793" name="AAA" initials="A" lastIdx="0" clrIdx="1792"/>
  <p:cmAuthor id="1794" name="lijinhe" initials="l" lastIdx="0" clrIdx="1793"/>
  <p:cmAuthor id="1795" name="X.0" initials="X" lastIdx="0" clrIdx="1794"/>
  <p:cmAuthor id="1796" name="tanmy05" initials="t" lastIdx="0" clrIdx="1795"/>
  <p:cmAuthor id="1797" name="anml02" initials="a" lastIdx="0" clrIdx="1796"/>
  <p:cmAuthor id="1798" name="nieting01" initials="n" lastIdx="0" clrIdx="1797"/>
  <p:cmAuthor id="1799" name="XLL" initials="X" lastIdx="0" clrIdx="1798"/>
  <p:cmAuthor id="1800" name="彭凯" initials="彭" lastIdx="0" clrIdx="1799"/>
  <p:cmAuthor id="1801" name="86137" initials="8" lastIdx="0" clrIdx="1800"/>
  <p:cmAuthor id="1802" name="yangyuhui" initials="y" lastIdx="0" clrIdx="1801"/>
  <p:cmAuthor id="1803" name="xu zhiqiang" initials="x" lastIdx="0" clrIdx="1802"/>
  <p:cmAuthor id="1804" name="qq" initials="q" lastIdx="0" clrIdx="1803"/>
  <p:cmAuthor id="1805" name="Ale.Na" initials="A" lastIdx="0" clrIdx="1804"/>
  <p:cmAuthor id="1806" name="葛艳艳" initials="葛" lastIdx="0" clrIdx="1805"/>
  <p:cmAuthor id="1807" name="瞿 梅" initials="瞿" lastIdx="0" clrIdx="1806"/>
  <p:cmAuthor id="1808" name="HONOR" initials="H" lastIdx="0" clrIdx="1807"/>
  <p:cmAuthor id="1809" name="307356304@qq.com" initials="3" lastIdx="0" clrIdx="1808"/>
  <p:cmAuthor id="1810" name="jing.xue" initials="j" lastIdx="0" clrIdx="1809"/>
  <p:cmAuthor id="1811" name="林晓宇" initials="林" lastIdx="0" clrIdx="1810"/>
  <p:cmAuthor id="1812" name="周玲娟" initials="周" lastIdx="0" clrIdx="1811"/>
  <p:cmAuthor id="1813" name="liuxl202" initials="l" lastIdx="0" clrIdx="1812"/>
  <p:cmAuthor id="1814" name="Jiang, Alicia" initials="J" lastIdx="0" clrIdx="1813"/>
  <p:cmAuthor id="1815" name="冯炳辰/业务管理部/私人银行部/总行机关/ABC" initials="冯" lastIdx="0" clrIdx="1814"/>
  <p:cmAuthor id="1816" name="zhanglh71" initials="z" lastIdx="0" clrIdx="1815"/>
  <p:cmAuthor id="1817" name="songcl" initials="s" lastIdx="0" clrIdx="1816"/>
  <p:cmAuthor id="1818" name="youyang" initials="y" lastIdx="0" clrIdx="1817"/>
  <p:cmAuthor id="1819" name="wp" initials="w" lastIdx="0" clrIdx="1818"/>
  <p:cmAuthor id="1820" name="haoby" initials="h" lastIdx="0" clrIdx="1819"/>
  <p:cmAuthor id="1821" name="刘主任" initials="刘" lastIdx="0" clrIdx="1820"/>
  <p:cmAuthor id="1822" name="Xu" initials="X" lastIdx="0" clrIdx="1821"/>
  <p:cmAuthor id="1823" name="SLAM DUNK" initials="S" lastIdx="0" clrIdx="1822"/>
  <p:cmAuthor id="1824" name="WPS_1610611214" initials="W" lastIdx="0" clrIdx="1823"/>
  <p:cmAuthor id="1825" name="宇" initials="宇" lastIdx="0" clrIdx="1824"/>
  <p:cmAuthor id="1826" name="武立强" initials="武" lastIdx="0" clrIdx="1825"/>
  <p:cmAuthor id="1827" name="陈迪森" initials="陈" lastIdx="0" clrIdx="1826"/>
  <p:cmAuthor id="1828" name="蔡文" initials="cc" lastIdx="0" clrIdx="1827"/>
  <p:cmAuthor id="1829" name="宋昆" initials="宋" lastIdx="0" clrIdx="1828"/>
  <p:cmAuthor id="1830" name="杨国" initials="杨" lastIdx="0" clrIdx="1829"/>
  <p:cmAuthor id="1831" name="夏前龙" initials="夏" lastIdx="0" clrIdx="1830"/>
  <p:cmAuthor id="1832" name="杨伟沧" initials="杨" lastIdx="0" clrIdx="1831"/>
  <p:cmAuthor id="1833" name="张蓓" initials="张" lastIdx="0" clrIdx="1832"/>
  <p:cmAuthor id="1834" name="刘闫治" initials="刘" lastIdx="0" clrIdx="1833"/>
  <p:cmAuthor id="1835" name="未知用户104" initials="未" lastIdx="0" clrIdx="1834"/>
  <p:cmAuthor id="1836" name="未知用户87" initials="未" lastIdx="0" clrIdx="1835"/>
  <p:cmAuthor id="1837" name="jiansheng li" initials="j" lastIdx="0" clrIdx="1836"/>
  <p:cmAuthor id="1838" name="pangyt" initials="p" lastIdx="0" clrIdx="1837"/>
  <p:cmAuthor id="1839" name="LiWei" initials="L" lastIdx="0" clrIdx="1838"/>
  <p:cmAuthor id="1840" name="方朝军/产品推动室/产品开发推广部/总公司" initials="方" lastIdx="0" clrIdx="1839"/>
  <p:cmAuthor id="1841" name="chen wenhao" initials="c" lastIdx="0" clrIdx="1840"/>
  <p:cmAuthor id="1842" name="Kingsoft" initials="K" lastIdx="0" clrIdx="1841"/>
  <p:cmAuthor id="1843" name="聂潇丽" initials="聂" lastIdx="0" clrIdx="1842"/>
  <p:cmAuthor id="1844" name="李娟" initials="李" lastIdx="0" clrIdx="1843"/>
  <p:cmAuthor id="1845" name="xiong" initials="x" lastIdx="0" clrIdx="1844"/>
  <p:cmAuthor id="1846" name="gw" initials="g" lastIdx="0" clrIdx="1845"/>
  <p:cmAuthor id="1847" name="郭禹希" initials="郭" lastIdx="0" clrIdx="1846"/>
  <p:cmAuthor id="1848" name="吴岩" initials="吴" lastIdx="0" clrIdx="1847"/>
  <p:cmAuthor id="1849" name="Lenovo User" initials="L" lastIdx="0" clrIdx="1848"/>
  <p:cmAuthor id="1850" name="Judith" initials="J" lastIdx="0" clrIdx="1849"/>
  <p:cmAuthor id="1851" name="asuse" initials="a" lastIdx="0" clrIdx="1850"/>
  <p:cmAuthor id="1852" name="xt256.com" initials="x" lastIdx="0" clrIdx="1851"/>
  <p:cmAuthor id="1853" name="幸全" initials="幸" lastIdx="0" clrIdx="1852"/>
  <p:cmAuthor id="1854" name="2819264246@qq.com" initials="2" lastIdx="0" clrIdx="1853"/>
  <p:cmAuthor id="1855" name="李增增" initials="李" lastIdx="0" clrIdx="1854"/>
  <p:cmAuthor id="1856" name="Poseidon" initials="P" lastIdx="0" clrIdx="1855"/>
  <p:cmAuthor id="1857" name="鱼 飞" initials="鱼" lastIdx="0" clrIdx="1856"/>
  <p:cmAuthor id="1858" name="sdlife" initials="s" lastIdx="0" clrIdx="1857"/>
  <p:cmAuthor id="1859" name="刘思" initials="刘" lastIdx="0" clrIdx="1858"/>
  <p:cmAuthor id="1860" name="周涛" initials="周" lastIdx="0" clrIdx="1859"/>
  <p:cmAuthor id="1861" name="志国 刘" initials="志" lastIdx="0" clrIdx="1860"/>
  <p:cmAuthor id="1862" name="中国人寿曲阜公司个险部" initials="中" lastIdx="0" clrIdx="1861"/>
  <p:cmAuthor id="1863" name="可臣 王" initials="可" lastIdx="0" clrIdx="1862"/>
  <p:cmAuthor id="1864" name="bb_1" initials="b" lastIdx="0" clrIdx="1863"/>
  <p:cmAuthor id="1865" name="tkyan" initials="t" lastIdx="0" clrIdx="1864"/>
  <p:cmAuthor id="1866" name="方方" initials="方" lastIdx="0" clrIdx="1865"/>
  <p:cmAuthor id="1867" name="dingenshi" initials="d" lastIdx="0" clrIdx="1866"/>
  <p:cmAuthor id="1868" name="phoenixdhz" initials="p" lastIdx="0" clrIdx="1867"/>
  <p:cmAuthor id="1869" name="王源" initials="王" lastIdx="0" clrIdx="1868"/>
  <p:cmAuthor id="1870" name="wanghao31" initials="w" lastIdx="0" clrIdx="1869"/>
  <p:cmAuthor id="1871" name="xy_te" initials="x" lastIdx="0" clrIdx="1870"/>
  <p:cmAuthor id="1872" name="史丹灵" initials="史" lastIdx="0" clrIdx="1871"/>
  <p:cmAuthor id="1873" name="任政" initials="任" lastIdx="0" clrIdx="1872"/>
  <p:cmAuthor id="1874" name="49254" initials="4" lastIdx="0" clrIdx="1873"/>
  <p:cmAuthor id="1875" name="龚荣秋" initials="龚" lastIdx="0" clrIdx="1874"/>
  <p:cmAuthor id="1876" name="尹 凯妮" initials="尹" lastIdx="0" clrIdx="1875"/>
  <p:cmAuthor id="1877" name="mm" initials="" lastIdx="0" clrIdx="1876"/>
  <p:cmAuthor id="1878" name="白敏敏" initials="白" lastIdx="0" clrIdx="1877"/>
  <p:cmAuthor id="1879" name="LXZ" initials="L" lastIdx="0" clrIdx="1878"/>
  <p:cmAuthor id="1880" name="李玮" initials="李" lastIdx="0" clrIdx="1879"/>
  <p:cmAuthor id="1881" name="赵飞" initials="A" lastIdx="0" clrIdx="1880"/>
  <p:cmAuthor id="1882" name="程玉珍" initials="程" lastIdx="0" clrIdx="1881"/>
  <p:cmAuthor id="1883" name="未知用户101" initials="未" lastIdx="0" clrIdx="1882"/>
  <p:cmAuthor id="1884" name="Think" initials="T" lastIdx="0" clrIdx="1883"/>
  <p:cmAuthor id="1885" name="HZPOST" initials="H" lastIdx="0" clrIdx="1884"/>
  <p:cmAuthor id="1886" name="杨亦澄" initials="杨" lastIdx="0" clrIdx="1885"/>
  <p:cmAuthor id="1887" name="袁子雯" initials="袁" lastIdx="0" clrIdx="1886"/>
  <p:cmAuthor id="1888" name="史 静雯" initials="史" lastIdx="0" clrIdx="1887"/>
  <p:cmAuthor id="1889" name="咻" initials="" lastIdx="0" clrIdx="1888"/>
  <p:cmAuthor id="1890" name="心若沉浮，浅笑安然" initials="心" lastIdx="0" clrIdx="1889"/>
  <p:cmAuthor id="1891" name="JoJo " initials="J" lastIdx="0" clrIdx="1890"/>
  <p:cmAuthor id="1892" name="CC" initials="C" lastIdx="0" clrIdx="1891"/>
  <p:cmAuthor id="1893" name="♏小治" initials="♏" lastIdx="0" clrIdx="1892"/>
  <p:cmAuthor id="1894" name="Christine Yun Zhang" initials="C" lastIdx="0" clrIdx="1893"/>
  <p:cmAuthor id="1895" name="minty minty" initials="m" lastIdx="0" clrIdx="1894"/>
  <p:cmAuthor id="1896" name="松 李" initials="松" lastIdx="0" clrIdx="1895"/>
  <p:cmAuthor id="1897" name="CHEN LONG" initials="C" lastIdx="0" clrIdx="1896"/>
  <p:cmAuthor id="1898" name="刘盛潮" initials="刘" lastIdx="0" clrIdx="1897"/>
  <p:cmAuthor id="1899" name="wangyang0308" initials="w" lastIdx="0" clrIdx="1898"/>
  <p:cmAuthor id="1900" name="A大调" initials="A" lastIdx="0" clrIdx="1899"/>
  <p:cmAuthor id="1901" name="马建" initials="马" lastIdx="0" clrIdx="1900"/>
  <p:cmAuthor id="1902" name="大海" initials="大" lastIdx="0" clrIdx="1901"/>
  <p:cmAuthor id="1903" name="ttop" initials="t" lastIdx="0" clrIdx="1902"/>
  <p:cmAuthor id="1904" name="尧天" initials="尧" lastIdx="0" clrIdx="1903"/>
  <p:cmAuthor id="1905" name="芋圆ξ:)" initials="芋" lastIdx="0" clrIdx="1904"/>
  <p:cmAuthor id="1906" name="Justin" initials="G" lastIdx="0" clrIdx="1905"/>
  <p:cmAuthor id="1907" name="未知的使用者159" initials="未" lastIdx="0" clrIdx="1906"/>
  <p:cmAuthor id="1908" name="shenxin03" initials="s" lastIdx="0" clrIdx="1907"/>
  <p:cmAuthor id="1909" name="张 佳" initials="张" lastIdx="0" clrIdx="1908"/>
  <p:cmAuthor id="1910" name="Sivian_Show" initials="S" lastIdx="0" clrIdx="1909"/>
  <p:cmAuthor id="1911" name="乐" initials="乐" lastIdx="0" clrIdx="1910"/>
  <p:cmAuthor id="1912" name="haha" initials="h" lastIdx="0" clrIdx="1911"/>
  <p:cmAuthor id="1913" name="郏 鹏" initials="郏" lastIdx="0" clrIdx="1912"/>
  <p:cmAuthor id="1914" name="毕邺" initials="党委办公室" lastIdx="0" clrIdx="1913"/>
  <p:cmAuthor id="1915" name="朴春善" initials="朴" lastIdx="0" clrIdx="1914"/>
  <p:cmAuthor id="1916" name="张 振" initials="张" lastIdx="0" clrIdx="1915"/>
  <p:cmAuthor id="1917" name="快递包裹部" initials="快" lastIdx="0" clrIdx="1916"/>
  <p:cmAuthor id="1918" name="曾绍华" initials="曾" lastIdx="0" clrIdx="1917"/>
  <p:cmAuthor id="1919" name="转型推进组" initials="转" lastIdx="0" clrIdx="1918"/>
  <p:cmAuthor id="1920" name="陈月" initials="陈" lastIdx="0" clrIdx="1919"/>
  <p:cmAuthor id="1921" name="方静婧" initials="方" lastIdx="0" clrIdx="1920"/>
  <p:cmAuthor id="1922" name="书小宁" initials="书" lastIdx="0" clrIdx="1921"/>
  <p:cmAuthor id="1923" name="tyzwsai" initials="t" lastIdx="0" clrIdx="1922"/>
  <p:cmAuthor id="1924" name="teng shize" initials="ts" lastIdx="0" clrIdx="1923"/>
  <p:cmAuthor id="1925" name="hyh" initials="h" lastIdx="0" clrIdx="1924"/>
  <p:cmAuthor id="1926" name="周巍" initials="周" lastIdx="0" clrIdx="1925"/>
  <p:cmAuthor id="1927" name="boyi ni" initials="b" lastIdx="0" clrIdx="1926"/>
  <p:cmAuthor id="1928" name="J J" initials="" lastIdx="0" clrIdx="1927"/>
  <p:cmAuthor id="1929" name="Ju" initials="J" lastIdx="0" clrIdx="1928"/>
  <p:cmAuthor id="1930" name="王洋" initials="王" lastIdx="0" clrIdx="1929"/>
  <p:cmAuthor id="1931" name="jing yang" initials="jy" lastIdx="0" clrIdx="1930"/>
  <p:cmAuthor id="1932" name="张宸邦" initials="张" lastIdx="0" clrIdx="1931"/>
  <p:cmAuthor id="1933" name="windows" initials="w" lastIdx="0" clrIdx="1932"/>
  <p:cmAuthor id="1934" name="小平" initials="小" lastIdx="0" clrIdx="1933"/>
  <p:cmAuthor id="1935" name="谢文辉" initials="谢" lastIdx="0" clrIdx="1934"/>
  <p:cmAuthor id="1936" name="fuzj" initials="f" lastIdx="0" clrIdx="1935"/>
  <p:cmAuthor id="1937" name="alen.ao" initials="a" lastIdx="0" clrIdx="1936"/>
  <p:cmAuthor id="1938" name="未知的使用者167" initials="未" lastIdx="0" clrIdx="1937"/>
  <p:cmAuthor id="1939" name="翠翠" initials="翠" lastIdx="0" clrIdx="1938"/>
  <p:cmAuthor id="1940" name="张 宇" initials="张" lastIdx="0" clrIdx="1939"/>
  <p:cmAuthor id="1941" name="" initials="" lastIdx="0" clrIdx="1940"/>
  <p:cmAuthor id="1942" name="吴玉田" initials="吴" lastIdx="0" clrIdx="1941"/>
  <p:cmAuthor id="1943" name="sylvia" initials="s" lastIdx="0" clrIdx="1942"/>
  <p:cmAuthor id="1944" name="步天歌" initials="步" lastIdx="0" clrIdx="1943"/>
  <p:cmAuthor id="1945" name="yujinglun" initials="y" lastIdx="0" clrIdx="1944"/>
  <p:cmAuthor id="1946" name="刘付平" initials="刘" lastIdx="0" clrIdx="1945"/>
  <p:cmAuthor id="1947" name="wenjin lu" initials="wl" lastIdx="0" clrIdx="1946"/>
  <p:cmAuthor id="1948" name="Jiaofeng Wang" initials="JW" lastIdx="0" clrIdx="1947"/>
  <p:cmAuthor id="1949" name="真面目" initials="真" lastIdx="0" clrIdx="1948"/>
  <p:cmAuthor id="1950" name="Wchu. Li" initials="W" lastIdx="0" clrIdx="1949"/>
  <p:cmAuthor id="1951" name="Li cong" initials="Lc" lastIdx="0" clrIdx="1950"/>
  <p:cmAuthor id="1952" name="nuq" initials="n" lastIdx="0" clrIdx="1951"/>
  <p:cmAuthor id="1953" name="zhao chun" initials="zc" lastIdx="0" clrIdx="1952"/>
  <p:cmAuthor id="1954" name="罗 罗" initials="罗" lastIdx="0" clrIdx="1953"/>
  <p:cmAuthor id="1955" name="maomao" initials="m" lastIdx="0" clrIdx="1954"/>
  <p:cmAuthor id="1956" name="Lilifang (Sophie, BNC)" initials="L(B" lastIdx="0" clrIdx="1955"/>
  <p:cmAuthor id="1957" name="尹妙英" initials="尹" lastIdx="0" clrIdx="1956"/>
  <p:cmAuthor id="1958" name="仁芬" initials="仁芬" lastIdx="0" clrIdx="1957"/>
  <p:cmAuthor id="1959" name="郭 思瑶" initials="郭" lastIdx="0" clrIdx="1958"/>
  <p:cmAuthor id="1960" name="若愚 张" initials="若张" lastIdx="0" clrIdx="1959"/>
  <p:cmAuthor id="1961" name="蓝莓" initials="S" lastIdx="0" clrIdx="1960"/>
  <p:cmAuthor id="1962" name="bd xin" initials="bx" lastIdx="0" clrIdx="1961"/>
  <p:cmAuthor id="1963" name="Angel" initials="kl" lastIdx="0" clrIdx="1962"/>
  <p:cmAuthor id="1964" name="Sylvia" initials="S" lastIdx="0" clrIdx="1963"/>
  <p:cmAuthor id="1965" name="杨程名" initials="ming" lastIdx="0" clrIdx="1964"/>
  <p:cmAuthor id="1966" name="36216" initials="3" lastIdx="0" clrIdx="1965"/>
  <p:cmAuthor id="1967" name="林正阳" initials="林" lastIdx="0" clrIdx="1966"/>
  <p:cmAuthor id="1968" name="he zhirui" initials="h" lastIdx="0" clrIdx="1967"/>
  <p:cmAuthor id="1969" name="煎饼宇子" initials="煎" lastIdx="0" clrIdx="1968"/>
  <p:cmAuthor id="1970" name="wangyu" initials="w" lastIdx="0" clrIdx="1969"/>
  <p:cmAuthor id="1971" name="宋琼宇" initials="宋" lastIdx="0" clrIdx="1970"/>
  <p:cmAuthor id="1972" name="邓辉" initials="邓" lastIdx="0" clrIdx="1971"/>
  <p:cmAuthor id="1973" name="何皎皎" initials="何" lastIdx="0" clrIdx="1972"/>
  <p:cmAuthor id="1974" name="菜菜" initials="菜" lastIdx="0" clrIdx="1973"/>
  <p:cmAuthor id="1975" name="聂媛媛" initials="聂" lastIdx="0" clrIdx="1974"/>
  <p:cmAuthor id="1976" name="潘玉" initials="潘" lastIdx="0" clrIdx="1975"/>
  <p:cmAuthor id="1977" name="Zhang Jianwei 张建为" initials="ZJ张" lastIdx="0" clrIdx="1976"/>
  <p:cmAuthor id="1978" name="bai bai" initials="b" lastIdx="0" clrIdx="1977"/>
  <p:cmAuthor id="1979" name="69395" initials="6" lastIdx="0" clrIdx="1978"/>
  <p:cmAuthor id="1980" name="yi'da'su" initials="y" lastIdx="0" clrIdx="1979"/>
  <p:cmAuthor id="1981" name="梁鹏" initials="梁" lastIdx="0" clrIdx="1980"/>
  <p:cmAuthor id="1982" name="李 嘉" initials="李" lastIdx="0" clrIdx="1981"/>
  <p:cmAuthor id="1983" name="Iris-T Liu" initials="I" lastIdx="0" clrIdx="1982"/>
  <p:cmAuthor id="1984" name="李利民" initials="李" lastIdx="0" clrIdx="1983"/>
  <p:cmAuthor id="1985" name="王海江" initials="王" lastIdx="0" clrIdx="1984"/>
  <p:cmAuthor id="1986" name="杨波" initials="杨波" lastIdx="0" clrIdx="1985"/>
  <p:cmAuthor id="1987" name="未知的使用者76" initials="未" lastIdx="0" clrIdx="1986"/>
  <p:cmAuthor id="1988" name="未知的使用者40" initials="未" lastIdx="0" clrIdx="1987"/>
  <p:cmAuthor id="1989" name="未知的使用者55" initials="未" lastIdx="0" clrIdx="1988"/>
  <p:cmAuthor id="1990" name="Unknown User23" initials="U" lastIdx="0" clrIdx="1989"/>
  <p:cmAuthor id="1991" name="未知的使用者198" initials="未" lastIdx="0" clrIdx="1990"/>
  <p:cmAuthor id="1992" name="未知的使用者202" initials="未" lastIdx="0" clrIdx="1991"/>
  <p:cmAuthor id="1993" name="董晗" initials="DONG" lastIdx="0" clrIdx="1992"/>
  <p:cmAuthor id="1994" name="ruc_z" initials="r" lastIdx="0" clrIdx="1993"/>
  <p:cmAuthor id="1995" name="zhuxi" initials="z" lastIdx="0" clrIdx="1994"/>
  <p:cmAuthor id="1996" name="haowa" initials="h" lastIdx="0" clrIdx="1995"/>
  <p:cmAuthor id="1997" name="刘聪" initials="LC" lastIdx="0" clrIdx="1996"/>
  <p:cmAuthor id="1998" name="miley" initials="m" lastIdx="0" clrIdx="1997"/>
  <p:cmAuthor id="1999" name="psbc" initials="p" lastIdx="0" clrIdx="1998"/>
  <p:cmAuthor id="2000" name="Letty H" initials="L" lastIdx="0" clrIdx="1999"/>
  <p:cmAuthor id="2001" name="大轩崽" initials="大" lastIdx="0" clrIdx="2000"/>
  <p:cmAuthor id="2002" name="关童丹" initials="关" lastIdx="0" clrIdx="2001"/>
  <p:cmAuthor id="2003" name="Yan Guihao" initials="Y" lastIdx="0" clrIdx="2002"/>
  <p:cmAuthor id="2004" name="骷髅曹曹" initials="骷" lastIdx="0" clrIdx="2003"/>
  <p:cmAuthor id="2005" name="Dream" initials="D" lastIdx="0" clrIdx="2004"/>
  <p:cmAuthor id="2006" name="WPS_1615525983" initials="W" lastIdx="0" clrIdx="2005"/>
  <p:cmAuthor id="2007" name="木瓜" initials="木" lastIdx="0" clrIdx="2006"/>
  <p:cmAuthor id="2008" name="Vincent" initials="V" lastIdx="0" clrIdx="2007"/>
  <p:cmAuthor id="2009" name="李浩杰" initials="李" lastIdx="0" clrIdx="2008"/>
  <p:cmAuthor id="2010" name="李嘉莹" initials="李" lastIdx="0" clrIdx="2009"/>
  <p:cmAuthor id="2011" name="张晓丹" initials="张" lastIdx="0" clrIdx="2010"/>
  <p:cmAuthor id="2012" name="zhuzg" initials="z" lastIdx="0" clrIdx="2011"/>
  <p:cmAuthor id="2013" name="李天昊" initials="李" lastIdx="0" clrIdx="2012"/>
  <p:cmAuthor id="2014" name="LIFE" initials="L" lastIdx="0" clrIdx="2013"/>
  <p:cmAuthor id="2015" name="职域" initials="职" lastIdx="0" clrIdx="2014"/>
  <p:cmAuthor id="2016" name="齐凤颖" initials="齐" lastIdx="0" clrIdx="2015"/>
  <p:cmAuthor id="2017" name="明明德" initials="明" lastIdx="0" clrIdx="2016"/>
  <p:cmAuthor id="2018" name="杨羊羊" initials="杨" lastIdx="0" clrIdx="2017"/>
  <p:cmAuthor id="2019" name="李雯" initials="李" lastIdx="0" clrIdx="2018"/>
  <p:cmAuthor id="2020" name="李宇昕" initials="李" lastIdx="0" clrIdx="2019"/>
  <p:cmAuthor id="2021" name="张展" initials="张" lastIdx="0" clrIdx="2020"/>
  <p:cmAuthor id="2022" name="任小娟" initials="任" lastIdx="0" clrIdx="2021"/>
  <p:cmAuthor id="2023" name="Mmmmelo®" initials="M" lastIdx="0" clrIdx="2022"/>
  <p:cmAuthor id="2024" name="王汉轩" initials="王" lastIdx="0" clrIdx="2023"/>
  <p:cmAuthor id="2025" name="南希" initials="南" lastIdx="0" clrIdx="2024"/>
  <p:cmAuthor id="2026" name="kwm" initials="k" lastIdx="0" clrIdx="2025"/>
  <p:cmAuthor id="2027" name="LIN Weipeng" initials="L" lastIdx="0" clrIdx="2026"/>
  <p:cmAuthor id="2028" name="刁利杰" initials="刁" lastIdx="0" clrIdx="2027"/>
  <p:cmAuthor id="2029" name="宜涛 莫" initials="宜莫" lastIdx="0" clrIdx="2028"/>
  <p:cmAuthor id="2030" name="ch_jp" initials="c" lastIdx="0" clrIdx="2029"/>
  <p:cmAuthor id="2031" name="Sunshine" initials="S" lastIdx="0" clrIdx="2030"/>
  <p:cmAuthor id="2032" name="韩雪" initials="韩" lastIdx="0" clrIdx="2031"/>
  <p:cmAuthor id="2033" name="徐磊" initials="徐" lastIdx="0" clrIdx="2032"/>
  <p:cmAuthor id="2034" name="WPS_1623122126" initials="W" lastIdx="0" clrIdx="2033"/>
  <p:cmAuthor id="2035" name="lizhihui-007" initials="l" lastIdx="0" clrIdx="2034"/>
  <p:cmAuthor id="2036" name="黄楹" initials="黄" lastIdx="0" clrIdx="2035"/>
  <p:cmAuthor id="2037" name="yekedavid" initials="y" lastIdx="0" clrIdx="2036"/>
  <p:cmAuthor id="2038" name="qianyang03" initials="q" lastIdx="0" clrIdx="2037"/>
  <p:cmAuthor id="2039" name="徐蕊✨" initials="徐" lastIdx="0" clrIdx="2038"/>
  <p:cmAuthor id="2040" name="木子" initials="木" lastIdx="0" clrIdx="2039"/>
  <p:cmAuthor id="2041" name="office-y" initials="o" lastIdx="0" clrIdx="2040"/>
  <p:cmAuthor id="2042" name="林 声洋" initials="林" lastIdx="0" clrIdx="2041"/>
  <p:cmAuthor id="2043" name="Caro" initials="C" lastIdx="0" clrIdx="2042"/>
  <p:cmAuthor id="2044" name="元宵" initials="元" lastIdx="0" clrIdx="2043"/>
  <p:cmAuthor id="2045" name="王彬彬" initials="王" lastIdx="0" clrIdx="2044"/>
  <p:cmAuthor id="2046" name="xiegz01" initials="x" lastIdx="0" clrIdx="2045"/>
  <p:cmAuthor id="2047" name="li hui" initials="l" lastIdx="0" clrIdx="2046"/>
  <p:cmAuthor id="2048" name="tanhl05" initials="t" lastIdx="0" clrIdx="2047"/>
  <p:cmAuthor id="2049" name="wujl36" initials="w" lastIdx="0" clrIdx="2048"/>
  <p:cmAuthor id="2050" name="zhanglingli" initials="z" lastIdx="0" clrIdx="2049"/>
  <p:cmAuthor id="2051" name="Cecilia Zecha" initials="CZ" lastIdx="0" clrIdx="2050"/>
  <p:cmAuthor id="2052" name="Su, Yuanyuan" initials="SY" lastIdx="0" clrIdx="2051"/>
  <p:cmAuthor id="2053" name="王晓昕" initials="王" lastIdx="0" clrIdx="2052"/>
  <p:cmAuthor id="2054" name="yubl02" initials="y" lastIdx="0" clrIdx="2053"/>
  <p:cmAuthor id="2055" name="tyzhanghf" initials="t" lastIdx="0" clrIdx="2054"/>
  <p:cmAuthor id="2056" name="未知" initials="未" lastIdx="0" clrIdx="2055"/>
  <p:cmAuthor id="2057" name="greatwall" initials="g" lastIdx="0" clrIdx="2056"/>
  <p:cmAuthor id="2058" name="Sky.Wang" initials="S" lastIdx="0" clrIdx="2057"/>
  <p:cmAuthor id="2059" name="贲春刚" initials="贲" lastIdx="0" clrIdx="2058"/>
  <p:cmAuthor id="2060" name="赵楠" initials="赵" lastIdx="0" clrIdx="2059"/>
  <p:cmAuthor id="2061" name="ZH" initials="Z" lastIdx="0" clrIdx="2060"/>
  <p:cmAuthor id="2062" name="-兔大爺-" initials="-" lastIdx="0" clrIdx="2061"/>
  <p:cmAuthor id="2063" name="xieteng" initials="x" lastIdx="0" clrIdx="2062"/>
  <p:cmAuthor id="2064" name="gy" initials="gy" lastIdx="0" clrIdx="2063"/>
  <p:cmAuthor id="2065" name="尼古拉斯.强" initials="尼" lastIdx="0" clrIdx="2064"/>
  <p:cmAuthor id="2066" name="wangyi" initials="w" lastIdx="0" clrIdx="2065"/>
  <p:cmAuthor id="2067" name="lhy" initials="l" lastIdx="0" clrIdx="2066"/>
  <p:cmAuthor id="2068" name="Jingyi_MA" initials="Mjy" lastIdx="0" clrIdx="2067"/>
  <p:cmAuthor id="2069" name="BMW" initials="B" lastIdx="0" clrIdx="2068"/>
  <p:cmAuthor id="2070" name="lijy116" initials="l" lastIdx="0" clrIdx="2069"/>
  <p:cmAuthor id="2071" name="yangdc09" initials="y" lastIdx="0" clrIdx="2070"/>
  <p:cmAuthor id="2072" name="陈言伟" initials="陈" lastIdx="0" clrIdx="2071"/>
  <p:cmAuthor id="2073" name="戴真如" initials="戴" lastIdx="0" clrIdx="2072"/>
  <p:cmAuthor id="2074" name="徐欣怡" initials="徐" lastIdx="0" clrIdx="2073"/>
  <p:cmAuthor id="2075" name="王 鑫" initials="王" lastIdx="0" clrIdx="2074"/>
  <p:cmAuthor id="2076" name="lglon" initials="l" lastIdx="0" clrIdx="2075"/>
  <p:cmAuthor id="2077" name="A5937" initials="A" lastIdx="0" clrIdx="2076"/>
  <p:cmAuthor id="2078" name="liwenting" initials="l" lastIdx="0" clrIdx="2077"/>
  <p:cmAuthor id="2079" name="Yi Bo Wang" initials="Y" lastIdx="0" clrIdx="2078"/>
  <p:cmAuthor id="2080" name="仝德志" initials="仝" lastIdx="0" clrIdx="2079"/>
  <p:cmAuthor id="2081" name="赵成文" initials="赵" lastIdx="0" clrIdx="2080"/>
  <p:cmAuthor id="2082" name="姜珊" initials="姜" lastIdx="0" clrIdx="2081"/>
  <p:cmAuthor id="2083" name="刘娜" initials="刘娜" lastIdx="0" clrIdx="2082"/>
  <p:cmAuthor id="2084" name="116304" initials="1" lastIdx="0" clrIdx="2083"/>
  <p:cmAuthor id="2085" name="未知的使用者54" initials="未" lastIdx="0" clrIdx="2084"/>
  <p:cmAuthor id="2086" name="未知的使用者170" initials="未" lastIdx="0" clrIdx="2085"/>
  <p:cmAuthor id="2087" name="吉奉刚" initials="吉" lastIdx="0" clrIdx="2086"/>
  <p:cmAuthor id="2088" name="戴 知非" initials="戴" lastIdx="0" clrIdx="2087"/>
  <p:cmAuthor id="2089" name="陆磊" initials="陆" lastIdx="0" clrIdx="2088"/>
  <p:cmAuthor id="2090" name="frien" initials="f" lastIdx="0" clrIdx="2089"/>
  <p:cmAuthor id="2091" name="wangt" initials="w" lastIdx="0" clrIdx="2090"/>
  <p:cmAuthor id="2092" name="万小龙" initials="万" lastIdx="0" clrIdx="2091"/>
  <p:cmAuthor id="2093" name="渠沛" initials="渠" lastIdx="0" clrIdx="2092"/>
  <p:cmAuthor id="2094" name="Han Bo" initials="H" lastIdx="0" clrIdx="2093"/>
  <p:cmAuthor id="2095" name="getfirst" initials="g" lastIdx="0" clrIdx="2094"/>
  <p:cmAuthor id="2096" name="张永朋" initials="张" lastIdx="0" clrIdx="2095"/>
  <p:cmAuthor id="2097" name="372674247@qq.com" initials="3" lastIdx="0" clrIdx="2096"/>
  <p:cmAuthor id="2098" name="张娟" initials="张" lastIdx="0" clrIdx="2097"/>
  <p:cmAuthor id="2099" name="Wei" initials="W" lastIdx="0" clrIdx="2098"/>
  <p:cmAuthor id="2100" name="鞠颂" initials="鞠" lastIdx="0" clrIdx="2099"/>
  <p:cmAuthor id="2101" name="冯 志红" initials="冯" lastIdx="0" clrIdx="2100"/>
  <p:cmAuthor id="2102" name="未知用户11" initials="未" lastIdx="0" clrIdx="2101"/>
  <p:cmAuthor id="2103" name="最可爱的雨卉" initials="最" lastIdx="0" clrIdx="2102"/>
  <p:cmAuthor id="2104" name="fmj" initials="f" lastIdx="0" clrIdx="2103"/>
  <p:cmAuthor id="2105" name="陈璇" initials="陈" lastIdx="0" clrIdx="2104"/>
  <p:cmAuthor id="2106" name="微信用户" initials="微" lastIdx="0" clrIdx="2105"/>
  <p:cmAuthor id="2107" name="荣槿" initials="荣" lastIdx="0" clrIdx="2106"/>
  <p:cmAuthor id="2108" name="孙 笑庆" initials="孙" lastIdx="0" clrIdx="2107"/>
  <p:cmAuthor id="2109" name="nature_emInFJF7" initials="authorId_313163542" lastIdx="0" clrIdx="2108"/>
  <p:cmAuthor id="2110" name="杨思思_VNjyvY7j" initials="authorId_430925712" lastIdx="0" clrIdx="2109"/>
  <p:cmAuthor id="2111" name="未知的使用者220" initials="未" lastIdx="0" clrIdx="2110"/>
  <p:cmAuthor id="2112" name="goulei" initials="g" lastIdx="0" clrIdx="2111"/>
  <p:cmAuthor id="2113" name="goforever814" initials="g" lastIdx="0" clrIdx="2112"/>
  <p:cmAuthor id="2114" name="木子水" initials="木" lastIdx="0" clrIdx="2113"/>
  <p:cmAuthor id="2115" name="蕴乔" initials="蕴" lastIdx="0" clrIdx="2114"/>
  <p:cmAuthor id="2116" name="刘凯文" initials="刘" lastIdx="0" clrIdx="2115"/>
  <p:cmAuthor id="2117" name="大果桑" initials="大" lastIdx="0" clrIdx="2116"/>
  <p:cmAuthor id="2118" name="刘现民" initials="" lastIdx="0" clrIdx="2117"/>
  <p:cmAuthor id="2119" name="Bo Yu" initials="" lastIdx="0" clrIdx="2118"/>
  <p:cmAuthor id="2120" name="Lingjing Zheng (IB)" initials="" lastIdx="0" clrIdx="2119"/>
  <p:cmAuthor id="2121" name="周逸翰" initials="" lastIdx="0" clrIdx="2120"/>
  <p:cmAuthor id="2122" name="李霞" initials="李" lastIdx="0" clrIdx="2121"/>
  <p:cmAuthor id="2123" name="宋琛哲" initials="宋" lastIdx="0" clrIdx="2122"/>
  <p:cmAuthor id="2124" name="韩瑞颖" initials="韩" lastIdx="0" clrIdx="2123"/>
  <p:cmAuthor id="2125" name="dai dai" initials="dd" lastIdx="0" clrIdx="2124"/>
  <p:cmAuthor id="2126" name="86132" initials="8" lastIdx="0" clrIdx="2125"/>
  <p:cmAuthor id="2127" name="Ella Chun Zeng" initials="ezeng" lastIdx="0" clrIdx="2126"/>
  <p:cmAuthor id="2128" name="陶菁" initials="陶" lastIdx="0" clrIdx="2127"/>
  <p:cmAuthor id="2129" name="杜彬" initials="杜" lastIdx="0" clrIdx="2128"/>
  <p:cmAuthor id="2130" name="未知的使用者196" initials="未" lastIdx="0" clrIdx="2129"/>
  <p:cmAuthor id="2131" name="刘 聪" initials="刘" lastIdx="0" clrIdx="2130"/>
  <p:cmAuthor id="2132" name="牟 童" initials="牟" lastIdx="0" clrIdx="2131"/>
  <p:cmAuthor id="2133" name="König Philipp" initials="K" lastIdx="0" clrIdx="2132"/>
  <p:cmAuthor id="2134" name="Yaguang Ma" initials="Y" lastIdx="0" clrIdx="2133"/>
  <p:cmAuthor id="2135" name="孙三山" initials="孙" lastIdx="0" clrIdx="2134"/>
  <p:cmAuthor id="2136" name="Han Jiang" initials="H" lastIdx="0" clrIdx="2135"/>
  <p:cmAuthor id="2137" name="Zeng Xiaoya" initials="ZX" lastIdx="0" clrIdx="2136"/>
  <p:cmAuthor id="2138" name="寄递-周露康" initials="寄" lastIdx="0" clrIdx="2137"/>
  <p:cmAuthor id="2139" name="谢婷" initials="谢" lastIdx="0" clrIdx="2138"/>
  <p:cmAuthor id="2140" name="王丹（法律）" initials="王" lastIdx="0" clrIdx="2139"/>
  <p:cmAuthor id="2141" name="不灰心骑士" initials="不" lastIdx="0" clrIdx="2140"/>
  <p:cmAuthor id="2142" name="zhoukx03" initials="z" lastIdx="0" clrIdx="2141"/>
  <p:cmAuthor id="2143" name="sxtp" initials="s" lastIdx="0" clrIdx="2142"/>
  <p:cmAuthor id="2144" name="李和杨" initials="李" lastIdx="0" clrIdx="2143"/>
  <p:cmAuthor id="2145" name="未知用户100" initials="未" lastIdx="0" clrIdx="2144"/>
  <p:cmAuthor id="2146" name="qiuzq02" initials="q" lastIdx="0" clrIdx="2145"/>
  <p:cmAuthor id="2147" name="吕永朋" initials="吕" lastIdx="0" clrIdx="2146"/>
  <p:cmAuthor id="2148" name="收展部" initials="收" lastIdx="0" clrIdx="2147"/>
  <p:cmAuthor id="2149" name="Fei Xu" initials="F" lastIdx="0" clrIdx="2148"/>
  <p:cmAuthor id="2150" name="Lena Zhang" initials="LZ" lastIdx="0" clrIdx="2149"/>
  <p:cmAuthor id="2151" name="朱粒" initials="朱" lastIdx="0" clrIdx="2150"/>
  <p:cmAuthor id="2152" name="李巾" initials="李" lastIdx="0" clrIdx="2151"/>
  <p:cmAuthor id="2153" name="xiaguoqiang-lbj" initials="x" lastIdx="0" clrIdx="2152"/>
  <p:cmAuthor id="2154" name="wupei09" initials="w" lastIdx="0" clrIdx="2153"/>
  <p:cmAuthor id="2155" name="yangsl33" initials="y" lastIdx="0" clrIdx="2154"/>
  <p:cmAuthor id="2156" name="未知用户102" initials="未" lastIdx="0" clrIdx="2155"/>
  <p:cmAuthor id="2157" name="王梦君" initials="王" lastIdx="0" clrIdx="2156"/>
  <p:cmAuthor id="2158" name="Andrew Bybee" initials="A" lastIdx="0" clrIdx="2157"/>
  <p:cmAuthor id="2159" name="abc" initials="a" lastIdx="0" clrIdx="2158"/>
  <p:cmAuthor id="2160" name="zuohm" initials="z" lastIdx="0" clrIdx="2159"/>
  <p:cmAuthor id="2161" name="周俏林" initials="周" lastIdx="0" clrIdx="2160"/>
  <p:cmAuthor id="2162" name="未知用户89" initials="未" lastIdx="0" clrIdx="2161"/>
  <p:cmAuthor id="2163" name="用户查看" initials="用" lastIdx="0" clrIdx="2162"/>
  <p:cmAuthor id="2164" name="langx" initials="l" lastIdx="0" clrIdx="2163"/>
  <p:cmAuthor id="2165" name="Ke Feng" initials="K" lastIdx="0" clrIdx="2164"/>
  <p:cmAuthor id="2166" name="TPL" initials="T" lastIdx="0" clrIdx="2165"/>
  <p:cmAuthor id="2167" name="TPHK" initials="T" lastIdx="0" clrIdx="2166"/>
  <p:cmAuthor id="2168" name="lijj04" initials="l" lastIdx="0" clrIdx="2167"/>
  <p:cmAuthor id="2169" name="炸?" initials="" lastIdx="0" clrIdx="2168"/>
  <p:cmAuthor id="2170" name="不开花的小蘑菇" initials="不" lastIdx="0" clrIdx="2169"/>
  <p:cmAuthor id="2171" name="天使的指纹" initials="天" lastIdx="0" clrIdx="2170"/>
  <p:cmAuthor id="2172" name="小虫子" initials="小" lastIdx="0" clrIdx="2171"/>
  <p:cmAuthor id="2173" name="rhpx" initials="r" lastIdx="0" clrIdx="2172"/>
  <p:cmAuthor id="2174" name="夏天" initials="夏" lastIdx="0" clrIdx="2173"/>
  <p:cmAuthor id="2175" name="金 翠萍" initials="金" lastIdx="0" clrIdx="2174"/>
  <p:cmAuthor id="2176" name="tkqd" initials="t" lastIdx="0" clrIdx="2175"/>
  <p:cmAuthor id="2177" name="hutianyun" initials="h" lastIdx="0" clrIdx="2176"/>
  <p:cmAuthor id="2178" name="焱恺 彭" initials="焱恺" lastIdx="0" clrIdx="2177"/>
  <p:cmAuthor id="2179" name="未知用户14" initials="未知用户14" lastIdx="0" clrIdx="2178"/>
  <p:cmAuthor id="2180" name="赵月芹" initials="赵" lastIdx="0" clrIdx="2179"/>
  <p:cmAuthor id="2181" name="朗 月" initials="朗" lastIdx="0" clrIdx="2180"/>
  <p:cmAuthor id="2182" name="娄亚楠" initials="娄" lastIdx="0" clrIdx="2181"/>
  <p:cmAuthor id="2183" name="马继忠" initials="马继忠" lastIdx="0" clrIdx="2182"/>
  <p:cmAuthor id="2184" name="莉妹儿" initials="莉" lastIdx="0" clrIdx="2183"/>
  <p:cmAuthor id="2185" name="yedy" initials="yedy" lastIdx="0" clrIdx="2184"/>
  <p:cmAuthor id="2186" name="renay@qq.com" initials="r" lastIdx="0" clrIdx="2185"/>
  <p:cmAuthor id="2187" name="❤_＂QIAN。✿" initials="❤" lastIdx="0" clrIdx="2186"/>
  <p:cmAuthor id="2188" name="振旭 党" initials="振旭" lastIdx="0" clrIdx="2187"/>
  <p:cmAuthor id="2189" name="TAO LIU" initials="TL" lastIdx="0" clrIdx="2188"/>
  <p:cmAuthor id="2190" name="姗姗来迟" initials="姗" lastIdx="0" clrIdx="2189"/>
  <p:cmAuthor id="2191" name="许艳松" initials="许" lastIdx="0" clrIdx="2190"/>
  <p:cmAuthor id="2192" name="周 辰" initials="周" lastIdx="0" clrIdx="2191"/>
  <p:cmAuthor id="2193" name="jxgy15" initials="j" lastIdx="0" clrIdx="2192"/>
  <p:cmAuthor id="2194" name="张莹" initials="张" lastIdx="0" clrIdx="2193"/>
  <p:cmAuthor id="2195" name="Coran" initials="C" lastIdx="0" clrIdx="2194"/>
  <p:cmAuthor id="2196" name="Qi Yanlong" initials="QY" lastIdx="0" clrIdx="2195"/>
  <p:cmAuthor id="2197" name="朱虹" initials="朱" lastIdx="0" clrIdx="2196"/>
  <p:cmAuthor id="2198" name="王童驭" initials="王" lastIdx="0" clrIdx="2197"/>
  <p:cmAuthor id="2199" name="guowei51" initials="g" lastIdx="0" clrIdx="2198"/>
  <p:cmAuthor id="2200" name="qijj" initials="q" lastIdx="0" clrIdx="2199"/>
  <p:cmAuthor id="2201" name="Tyx" initials="T" lastIdx="0" clrIdx="2200"/>
  <p:cmAuthor id="2202" name="Vicky Cheung" initials="V" lastIdx="0" clrIdx="2201"/>
  <p:cmAuthor id="2203" name="sk" initials="s" lastIdx="0" clrIdx="2202"/>
  <p:cmAuthor id="2204" name="jhw" initials="j" lastIdx="0" clrIdx="2203"/>
  <p:cmAuthor id="2205" name="龚晨晨" initials="龚" lastIdx="0" clrIdx="2204"/>
  <p:cmAuthor id="2206" name="Zhang, Connie (BJ/MC)" initials="Z" lastIdx="0" clrIdx="2205"/>
  <p:cmAuthor id="2207" name="李硕" initials="李" lastIdx="0" clrIdx="2206"/>
  <p:cmAuthor id="2208" name="彭琨" initials="彭" lastIdx="0" clrIdx="2207"/>
  <p:cmAuthor id="2209" name="Eric Qin" initials="E" lastIdx="0" clrIdx="2208"/>
  <p:cmAuthor id="2210" name="张跃" initials="张" lastIdx="0" clrIdx="2209"/>
  <p:cmAuthor id="2211" name="13581" initials="1" lastIdx="0" clrIdx="2210"/>
  <p:cmAuthor id="2212" name="何洋" initials="何" lastIdx="0" clrIdx="2211"/>
  <p:cmAuthor id="2213" name="Guangxu Piao" initials="G" lastIdx="0" clrIdx="2212"/>
  <p:cmAuthor id="2214" name="元鹏 王" initials="元" lastIdx="0" clrIdx="2213"/>
  <p:cmAuthor id="2215" name="卢曦" initials="卢" lastIdx="0" clrIdx="2214"/>
  <p:cmAuthor id="2216" name="Danling Li" initials="D" lastIdx="0" clrIdx="2215"/>
  <p:cmAuthor id="2217" name="86185" initials="8" lastIdx="0" clrIdx="2216"/>
  <p:cmAuthor id="2218" name="王彤妤" initials="王" lastIdx="0" clrIdx="2217"/>
  <p:cmAuthor id="2219" name="杨志宇" initials="杨" lastIdx="0" clrIdx="2218"/>
  <p:cmAuthor id="2220" name="刘天玉" initials="刘" lastIdx="0" clrIdx="2219"/>
  <p:cmAuthor id="2221" name="Perfect World" initials="PW" lastIdx="0" clrIdx="2220"/>
  <p:cmAuthor id="2222" name="陆远" initials="LYuan" lastIdx="0" clrIdx="2221"/>
  <p:cmAuthor id="2223" name="s x" initials="s" lastIdx="0" clrIdx="2222"/>
  <p:cmAuthor id="2224" name="冉 Agnes" initials="冉" lastIdx="0" clrIdx="2223"/>
  <p:cmAuthor id="2225" name="姜紫竞" initials="姜" lastIdx="0" clrIdx="2224"/>
  <p:cmAuthor id="2226" name="Alexander" initials="A" lastIdx="0" clrIdx="2225"/>
  <p:cmAuthor id="2227" name="liu g" initials="l" lastIdx="0" clrIdx="2226"/>
  <p:cmAuthor id="2228" name="孙 宏伟" initials="孙" lastIdx="0" clrIdx="2227"/>
  <p:cmAuthor id="2229" name="Joseph" initials="J" lastIdx="0" clrIdx="2228"/>
  <p:cmAuthor id="2230" name="wengrs" initials="w" lastIdx="0" clrIdx="2229"/>
  <p:cmAuthor id="2231" name="安佰珊" initials="安" lastIdx="0" clrIdx="2230"/>
  <p:cmAuthor id="2232" name="lwy220" initials="l" lastIdx="0" clrIdx="2231"/>
  <p:cmAuthor id="2233" name="慧梅 杜" initials="慧梅" lastIdx="0" clrIdx="2232"/>
  <p:cmAuthor id="2234" name="shi yu" initials="sy" lastIdx="0" clrIdx="2233"/>
  <p:cmAuthor id="2235" name="吴议昕" initials="吴" lastIdx="0" clrIdx="2234"/>
  <p:cmAuthor id="2236" name="刘 楠" initials="刘" lastIdx="0" clrIdx="2235"/>
  <p:cmAuthor id="2237" name="钟钰" initials="zy" lastIdx="0" clrIdx="2236"/>
  <p:cmAuthor id="2238" name="乔磊" initials="psbc" lastIdx="0" clrIdx="2237"/>
  <p:cmAuthor id="2239" name="蒋慧倩" initials="蒋" lastIdx="0" clrIdx="2238"/>
  <p:cmAuthor id="2240" name="Wang, Cherry-J" initials="W" lastIdx="0" clrIdx="2239"/>
  <p:cmAuthor id="2241" name="刘伊佩" initials="刘" lastIdx="0" clrIdx="2240"/>
  <p:cmAuthor id="2242" name="未知用户34" initials="未" lastIdx="0" clrIdx="2241"/>
  <p:cmAuthor id="2243" name="xiaoxuan Zeng" initials="x" lastIdx="0" clrIdx="2242"/>
  <p:cmAuthor id="2244" name="pangln01" initials="p" lastIdx="0" clrIdx="2243"/>
  <p:cmAuthor id="2245" name="hanpeng10" initials="h" lastIdx="0" clrIdx="2244"/>
  <p:cmAuthor id="2246" name="zhengyan16" initials="z" lastIdx="0" clrIdx="2245"/>
  <p:cmAuthor id="2247" name="杨舟" initials="杨" lastIdx="0" clrIdx="2246"/>
  <p:cmAuthor id="2248" name="Jeffrey Chang" initials="J" lastIdx="0" clrIdx="2247"/>
  <p:cmAuthor id="2249" name="ds83506" initials="d" lastIdx="0" clrIdx="2248"/>
  <p:cmAuthor id="2250" name="ASUS" initials="A" lastIdx="0" clrIdx="2249"/>
  <p:cmAuthor id="2251" name="viola_yang" initials="v" lastIdx="0" clrIdx="2250"/>
  <p:cmAuthor id="2252" name="chivas d" initials="c" lastIdx="0" clrIdx="2251"/>
  <p:cmAuthor id="2253" name="kingsoft" initials="k" lastIdx="0" clrIdx="2252"/>
  <p:cmAuthor id="2254" name="LINGYU GU" initials="LG" lastIdx="0" clrIdx="2253"/>
  <p:cmAuthor id="2255" name="Qiuxia Zhu" initials="Q" lastIdx="0" clrIdx="2254"/>
  <p:cmAuthor id="2256" name="邢淼淼" initials="邢" lastIdx="0" clrIdx="2255"/>
  <p:cmAuthor id="2257" name="焦雪梅" initials="焦" lastIdx="0" clrIdx="2256"/>
  <p:cmAuthor id="2258" name="Ren Emma" initials="RE" lastIdx="0" clrIdx="2257"/>
  <p:cmAuthor id="2259" name="谷学娟" initials="谷" lastIdx="0" clrIdx="2258"/>
  <p:cmAuthor id="2260" name="金玉萍1" initials="金玉萍1" lastIdx="0" clrIdx="2259"/>
  <p:cmAuthor id="2261" name="蔡静敏" initials="蔡" lastIdx="0" clrIdx="2260"/>
  <p:cmAuthor id="2262" name="lpc81" initials="l" lastIdx="0" clrIdx="2261"/>
  <p:cmAuthor id="2263" name="李瑞星" initials="李" lastIdx="0" clrIdx="2262"/>
  <p:cmAuthor id="2264" name="15631" initials="1" lastIdx="0" clrIdx="2263"/>
  <p:cmAuthor id="2265" name="周健" initials="周" lastIdx="0" clrIdx="2264"/>
  <p:cmAuthor id="2266" name="未知用户105" initials="未" lastIdx="0" clrIdx="2265"/>
  <p:cmAuthor id="2267" name="小乐崽子" initials="小乐崽子" lastIdx="0" clrIdx="2266"/>
  <p:cmAuthor id="2268" name="ChinaLife" initials="C" lastIdx="0" clrIdx="2267"/>
  <p:cmAuthor id="2269" name="未知用户106" initials="未" lastIdx="0" clrIdx="2268"/>
  <p:cmAuthor id="2270" name="erqu" initials="e" lastIdx="0" clrIdx="2269"/>
  <p:cmAuthor id="2271" name="谢 东林" initials="谢" lastIdx="0" clrIdx="2270"/>
  <p:cmAuthor id="2272" name="李寄思" initials="李" lastIdx="0" clrIdx="2271"/>
  <p:cmAuthor id="2273" name="yltp" initials="y" lastIdx="0" clrIdx="2272"/>
  <p:cmAuthor id="2274" name="路飞张" initials="路" lastIdx="0" clrIdx="2273"/>
  <p:cmAuthor id="2275" name="cindy.yi.huang@hsbc.com.cn" initials="c" lastIdx="0" clrIdx="2274"/>
  <p:cmAuthor id="2276" name="cindyhycai@hsbc.com.cn" initials="c" lastIdx="0" clrIdx="2275"/>
  <p:cmAuthor id="2277" name="范 斌" initials="范" lastIdx="0" clrIdx="2276"/>
  <p:cmAuthor id="2278" name="超'S 康皮呦特儿" initials="超" lastIdx="0" clrIdx="2277"/>
  <p:cmAuthor id="2279" name="李恋春" initials="李" lastIdx="0" clrIdx="2278"/>
  <p:cmAuthor id="2280" name="高洋" initials="高" lastIdx="0" clrIdx="2279"/>
  <p:cmAuthor id="2281" name="刘思蜀" initials="刘" lastIdx="0" clrIdx="2280"/>
  <p:cmAuthor id="2282" name="xsf" initials="xsf" lastIdx="0" clrIdx="2281"/>
  <p:cmAuthor id="2283" name="zyzhouyang" initials="z" lastIdx="0" clrIdx="2282"/>
  <p:cmAuthor id="2284" name="98140" initials="9" lastIdx="0" clrIdx="2283"/>
  <p:cmAuthor id="2285" name="廖璇" initials="廖" lastIdx="0" clrIdx="2284"/>
  <p:cmAuthor id="2286" name="8613250766486" initials="8" lastIdx="0" clrIdx="2285"/>
  <p:cmAuthor id="2287" name="yeqq06" initials="y" lastIdx="0" clrIdx="2286"/>
  <p:cmAuthor id="2288" name="天元" initials="天" lastIdx="0" clrIdx="2287"/>
  <p:cmAuthor id="2289" name="陈帅" initials="陈" lastIdx="0" clrIdx="2288"/>
  <p:cmAuthor id="2290" name="YY" initials="Y" lastIdx="0" clrIdx="2289"/>
  <p:cmAuthor id="2291" name="阿坤" initials="阿" lastIdx="0" clrIdx="2290"/>
  <p:cmAuthor id="2292" name="穆 峯" initials="穆" lastIdx="0" clrIdx="2291"/>
  <p:cmAuthor id="2293" name="孙 鹏" initials="孙" lastIdx="0" clrIdx="2292"/>
  <p:cmAuthor id="2294" name="未知的使用者169" initials="未" lastIdx="0" clrIdx="2293"/>
  <p:cmAuthor id="2295" name="ZhengShilei" initials="Z" lastIdx="0" clrIdx="2294"/>
  <p:cmAuthor id="2296" name="陈晓云" initials="陈" lastIdx="0" clrIdx="2295"/>
  <p:cmAuthor id="2297" name="xbany" initials="x" lastIdx="0" clrIdx="2296"/>
  <p:cmAuthor id="2298" name="王超" initials="l" lastIdx="0" clrIdx="2297"/>
  <p:cmAuthor id="2299" name="韩__" initials="韩" lastIdx="0" clrIdx="2298"/>
  <p:cmAuthor id="2300" name="叶丽珠" initials="叶" lastIdx="0" clrIdx="2299"/>
  <p:cmAuthor id="2301" name="伍重浩" initials="伍" lastIdx="0" clrIdx="2300"/>
  <p:cmAuthor id="2302" name="周雅盼" initials="周" lastIdx="0" clrIdx="2301"/>
  <p:cmAuthor id="2303" name="87737" initials="8" lastIdx="0" clrIdx="2302"/>
  <p:cmAuthor id="2304" name="夏书樵" initials="夏" lastIdx="0" clrIdx="2303"/>
  <p:cmAuthor id="2305" name="song" initials="s" lastIdx="0" clrIdx="2304"/>
  <p:cmAuthor id="2306" name="LQ" initials="梁" lastIdx="0" clrIdx="2305"/>
  <p:cmAuthor id="2307" name="王 冬" initials="王" lastIdx="0" clrIdx="2306"/>
  <p:cmAuthor id="2308" name="18522" initials="1" lastIdx="0" clrIdx="2307"/>
  <p:cmAuthor id="2309" name="湼乑" initials="湼" lastIdx="0" clrIdx="2308"/>
  <p:cmAuthor id="2310" name="楠楠" initials="楠" lastIdx="0" clrIdx="2309"/>
  <p:cmAuthor id="2311" name="史浩南" initials="史" lastIdx="0" clrIdx="2310"/>
  <p:cmAuthor id="2312" name="Miss ZYP" initials="M" lastIdx="0" clrIdx="2311"/>
  <p:cmAuthor id="2313" name="纪委办-军" initials="纪" lastIdx="0" clrIdx="2312"/>
  <p:cmAuthor id="2314" name="未知用户59" initials="未知用户59" lastIdx="0" clrIdx="2313"/>
  <p:cmAuthor id="2315" name="Helen Scurfield" initials="H" lastIdx="0" clrIdx="2314"/>
  <p:cmAuthor id="2316" name="Hasted, Elizabeth" initials="H" lastIdx="0" clrIdx="2315"/>
  <p:cmAuthor id="2317" name="未知用户71" initials="未知用户71" lastIdx="0" clrIdx="2316"/>
  <p:cmAuthor id="2318" name="未知用户35" initials="未知用户35" lastIdx="0" clrIdx="2317"/>
  <p:cmAuthor id="2319" name="未知用户37" initials="未知用户37" lastIdx="0" clrIdx="2318"/>
  <p:cmAuthor id="2320" name="未知用户38" initials="未知用户38" lastIdx="0" clrIdx="2319"/>
  <p:cmAuthor id="2321" name="未知用户39" initials="未知用户39" lastIdx="0" clrIdx="2320"/>
  <p:cmAuthor id="2322" name="未知用户40" initials="未知用户40" lastIdx="0" clrIdx="2321"/>
  <p:cmAuthor id="2323" name="未知用户57" initials="未知用户57" lastIdx="0" clrIdx="2322"/>
  <p:cmAuthor id="2324" name="未知用户61" initials="未知用户61" lastIdx="0" clrIdx="2323"/>
  <p:cmAuthor id="2325" name="未知用户64" initials="未知用户64" lastIdx="0" clrIdx="2324"/>
  <p:cmAuthor id="2326" name="未知用户69" initials="未知用户69" lastIdx="0" clrIdx="2325"/>
  <p:cmAuthor id="2327" name="未知用户97" initials="未知用户97" lastIdx="0" clrIdx="2326"/>
  <p:cmAuthor id="2328" name="zhang shuai" initials="zs" lastIdx="0" clrIdx="2327"/>
  <p:cmAuthor id="2329" name="ming qiu" initials="m" lastIdx="0" clrIdx="2328"/>
  <p:cmAuthor id="2330" name="vip10513" initials="v" lastIdx="0" clrIdx="2329"/>
  <p:cmAuthor id="2331" name="李好君" initials="李好君" lastIdx="0" clrIdx="2330"/>
  <p:cmAuthor id="2332" name="程凯7" initials="程凯7" lastIdx="0" clrIdx="2331"/>
  <p:cmAuthor id="2333" name="lp" initials="l" lastIdx="0" clrIdx="2332"/>
  <p:cmAuthor id="2334" name="未知的使用者138" initials="未" lastIdx="0" clrIdx="2333"/>
  <p:cmAuthor id="2335" name="全力军" initials="全" lastIdx="0" clrIdx="2334"/>
  <p:cmAuthor id="2336" name="Lili Wang" initials="LW" lastIdx="0" clrIdx="2335"/>
  <p:cmAuthor id="2337" name="feng" initials="f" lastIdx="0" clrIdx="2336"/>
  <p:cmAuthor id="2338" name="彭进" initials="彭" lastIdx="0" clrIdx="2337"/>
  <p:cmAuthor id="2339" name="鲍雪莹" initials="鲍" lastIdx="0" clrIdx="2338"/>
  <p:cmAuthor id="2340" name="tonywanghaoyeahnet" initials="t" lastIdx="0" clrIdx="2339"/>
  <p:cmAuthor id="2341" name="淼淼" initials="淼" lastIdx="0" clrIdx="2340"/>
  <p:cmAuthor id="2342" name="朱庆" initials="朱" lastIdx="0" clrIdx="2341"/>
  <p:cmAuthor id="2343" name="10703" initials="1" lastIdx="0" clrIdx="2342"/>
  <p:cmAuthor id="2344" name="JS-NT-HA" initials="J" lastIdx="0" clrIdx="2343"/>
  <p:cmAuthor id="2345" name="陆十" initials="陆" lastIdx="0" clrIdx="2344"/>
  <p:cmAuthor id="2346" name="y ks" initials="y" lastIdx="0" clrIdx="2345"/>
  <p:cmAuthor id="2347" name="孙明阳" initials="孙" lastIdx="0" clrIdx="2346"/>
  <p:cmAuthor id="2348" name="panyi05" initials="p" lastIdx="0" clrIdx="2347"/>
  <p:cmAuthor id="2349" name="zhoutx03" initials="z" lastIdx="0" clrIdx="2348"/>
  <p:cmAuthor id="2350" name="张亚男" initials="张" lastIdx="0" clrIdx="2349"/>
  <p:cmAuthor id="2351" name="752844632@qq.com" initials="7" lastIdx="0" clrIdx="2350"/>
  <p:cmAuthor id="2352" name="江江" initials="江" lastIdx="0" clrIdx="2351"/>
  <p:cmAuthor id="2353" name="jxq" initials="j" lastIdx="0" clrIdx="2352"/>
  <p:cmAuthor id="2354" name="张 鹏举" initials="张" lastIdx="0" clrIdx="2353"/>
  <p:cmAuthor id="2355" name="MAY" initials="M" lastIdx="0" clrIdx="2354"/>
  <p:cmAuthor id="2356" name="hummer" initials="h" lastIdx="0" clrIdx="2355"/>
  <p:cmAuthor id="2357" name="zhang jiaxin" initials="zj" lastIdx="0" clrIdx="2356"/>
  <p:cmAuthor id="2358" name="dingxiaoyan" initials="DXY" lastIdx="0" clrIdx="2357"/>
  <p:cmAuthor id="2359" name="冯媛" initials="冯" lastIdx="0" clrIdx="2358"/>
  <p:cmAuthor id="2360" name="root" initials="root" lastIdx="0" clrIdx="2359"/>
  <p:cmAuthor id="2361" name="WPS_1711328267" initials="W" lastIdx="0" clrIdx="2360"/>
  <p:cmAuthor id="2362" name="张岚" initials="张" lastIdx="0" clrIdx="2361"/>
  <p:cmAuthor id="2363" name="张慧中" initials="张" lastIdx="0" clrIdx="2362"/>
  <p:cmAuthor id="2364" name="先生 叶" initials="先" lastIdx="0" clrIdx="2363"/>
  <p:cmAuthor id="2365" name="长清个险" initials="长" lastIdx="0" clrIdx="2364"/>
  <p:cmAuthor id="2366" name="13207893" initials="1" lastIdx="0" clrIdx="2365"/>
  <p:cmAuthor id="2367" name="JUN" initials="J" lastIdx="0" clrIdx="2366"/>
  <p:cmAuthor id="2368" name="华震 刘" initials="华刘" lastIdx="0" clrIdx="2367"/>
  <p:cmAuthor id="2369" name="oliver ge" initials="og" lastIdx="0" clrIdx="2368"/>
  <p:cmAuthor id="2370" name="墨冰" initials="墨" lastIdx="0" clrIdx="2369"/>
  <p:cmAuthor id="2371" name="wenzhaoxiao" initials="wenzhao" lastIdx="0" clrIdx="2370"/>
  <p:cmAuthor id="2372" name="载言" initials="载" lastIdx="0" clrIdx="2371"/>
  <p:cmAuthor id="2373" name="郭栋栋" initials="郭" lastIdx="0" clrIdx="2372"/>
  <p:cmAuthor id="2374" name="Qu song" initials="Q" lastIdx="0" clrIdx="2373"/>
  <p:cmAuthor id="2375" name="TKHB--HWP" initials="T" lastIdx="0" clrIdx="2374"/>
  <p:cmAuthor id="2376" name="Chen" initials="C" lastIdx="0" clrIdx="2375"/>
  <p:cmAuthor id="2377" name="郑骏" initials="郑" lastIdx="0" clrIdx="2376"/>
  <p:cmAuthor id="2378" name="yuanwz02" initials="y" lastIdx="0" clrIdx="2377"/>
  <p:cmAuthor id="2379" name="Lintian" initials="L" lastIdx="0" clrIdx="2378"/>
  <p:cmAuthor id="2380" name="晶晶" initials="晶" lastIdx="0" clrIdx="2379"/>
  <p:cmAuthor id="2381" name="运哲" initials="运" lastIdx="0" clrIdx="2380"/>
  <p:cmAuthor id="2382" name="黄哲凝" initials="黄" lastIdx="0" clrIdx="2381"/>
  <p:cmAuthor id="2383" name="孙志杰" initials="孙" lastIdx="0" clrIdx="2382"/>
  <p:cmAuthor id="2384" name="未知的使用者154" initials="未" lastIdx="0" clrIdx="2383"/>
  <p:cmAuthor id="2385" name="kevin" initials="k" lastIdx="0" clrIdx="2384"/>
  <p:cmAuthor id="2386" name=" 李博健" initials=" " lastIdx="0" clrIdx="2385"/>
  <p:cmAuthor id="2387" name="素雅" initials="素" lastIdx="0" clrIdx="2386"/>
  <p:cmAuthor id="2388" name="李萍" initials="李" lastIdx="0" clrIdx="2387"/>
  <p:cmAuthor id="2389" name="霞光" initials="霞" lastIdx="0" clrIdx="2388"/>
  <p:cmAuthor id="2390" name="兰玲" initials="段" lastIdx="0" clrIdx="2389"/>
  <p:cmAuthor id="2391" name="547716734@qq.com" initials="5" lastIdx="0" clrIdx="2390"/>
  <p:cmAuthor id="2392" name="刘宏伟" initials="刘" lastIdx="0" clrIdx="2391"/>
  <p:cmAuthor id="2393" name="徐敏" initials="徐" lastIdx="0" clrIdx="2392"/>
  <p:cmAuthor id="2394" name="ZiLin Xiong" initials="ZX" lastIdx="0" clrIdx="2393"/>
  <p:cmAuthor id="2395" name="黄俊菱" initials="黄" lastIdx="0" clrIdx="2394"/>
  <p:cmAuthor id="2396" name="樊知铭" initials="樊" lastIdx="0" clrIdx="2395"/>
  <p:cmAuthor id="2397" name="吴明" initials="吴" lastIdx="0" clrIdx="2396"/>
  <p:cmAuthor id="2398" name="高剑锋" initials="高" lastIdx="0" clrIdx="2397"/>
  <p:cmAuthor id="2399" name="Killair" initials="K" lastIdx="0" clrIdx="2398"/>
  <p:cmAuthor id="2400" name="张 博文" initials="张" lastIdx="0" clrIdx="2399"/>
  <p:cmAuthor id="2401" name="lin bin" initials="lb" lastIdx="0" clrIdx="2400"/>
  <p:cmAuthor id="2402" name="封胜辉" initials="封" lastIdx="0" clrIdx="2401"/>
  <p:cmAuthor id="2403" name="Baoquan" initials="B" lastIdx="0" clrIdx="2402"/>
  <p:cmAuthor id="2404" name="flora zeng" initials="f" lastIdx="0" clrIdx="2403"/>
  <p:cmAuthor id="2405" name="博涵 田" initials="博田" lastIdx="0" clrIdx="2404"/>
  <p:cmAuthor id="2406" name="崔晓航" initials="崔" lastIdx="0" clrIdx="2405"/>
  <p:cmAuthor id="2407" name="王春义" initials="王" lastIdx="0" clrIdx="2406"/>
  <p:cmAuthor id="2408" name="烟火人间依旧" initials="烟" lastIdx="0" clrIdx="2407"/>
  <p:cmAuthor id="2409" name="熠" initials="熠" lastIdx="0" clrIdx="2408"/>
  <p:cmAuthor id="2410" name="ZY" initials="Z" lastIdx="0" clrIdx="2409"/>
  <p:cmAuthor id="2411" name="尚梦雪" initials="尚" lastIdx="0" clrIdx="2410"/>
  <p:cmAuthor id="2412" name="gaoguanglei" initials="g" lastIdx="0" clrIdx="2411"/>
  <p:cmAuthor id="2413" name="wangfengfeng" initials="w" lastIdx="0" clrIdx="2412"/>
  <p:cmAuthor id="2414" name="sdzhe" initials="s" lastIdx="0" clrIdx="2413"/>
  <p:cmAuthor id="2415" name="胡中菊" initials="胡" lastIdx="0" clrIdx="2414"/>
  <p:cmAuthor id="2416" name="zhaojingyang" initials="z" lastIdx="0" clrIdx="2415"/>
  <p:cmAuthor id="2417" name="ec" initials="e" lastIdx="0" clrIdx="2416"/>
  <p:cmAuthor id="2418" name="高艳青" initials="高" lastIdx="0" clrIdx="2417"/>
  <p:cmAuthor id="2419" name="黄川" initials="黄" lastIdx="0" clrIdx="2418"/>
  <p:cmAuthor id="2420" name="孔锦晔" initials="孔" lastIdx="0" clrIdx="2419"/>
  <p:cmAuthor id="2421" name="lizhuo07" initials="l" lastIdx="0" clrIdx="2420"/>
  <p:cmAuthor id="2422" name="Karen L Yu" initials="K" lastIdx="0" clrIdx="2421"/>
  <p:cmAuthor id="2423" name="黄元" initials="黄" lastIdx="0" clrIdx="2422"/>
  <p:cmAuthor id="2424" name="86138" initials="8" lastIdx="0" clrIdx="2423"/>
  <p:cmAuthor id="2425" name="hy-tkyl" initials="h" lastIdx="0" clrIdx="2424"/>
  <p:cmAuthor id="2426" name="沛斯 钟" initials="沛" lastIdx="0" clrIdx="2425"/>
  <p:cmAuthor id="2427" name="richardqxj" initials="r" lastIdx="0" clrIdx="2426"/>
  <p:cmAuthor id="2428" name="赵杰" initials="赵" lastIdx="0" clrIdx="2427"/>
  <p:cmAuthor id="2429" name="邓兴旭" initials="邓" lastIdx="0" clrIdx="2428"/>
  <p:cmAuthor id="2430" name="Yixiang" initials="用" lastIdx="0" clrIdx="2429"/>
  <p:cmAuthor id="2431" name="张梦恩" initials="张" lastIdx="0" clrIdx="2430"/>
  <p:cmAuthor id="2432" name="王浩jd" initials="王" lastIdx="0" clrIdx="2431"/>
  <p:cmAuthor id="2433" name="尹慧敏(HuiminYin)" initials="尹" lastIdx="0" clrIdx="2432"/>
  <p:cmAuthor id="2434" name="李江(JiangLi)-速运事业群" initials="李江(JiangLi)-速运事业群" lastIdx="0" clrIdx="2433"/>
  <p:cmAuthor id="2435" name="郭阳(GaryGuo)-速运上海区" initials="郭" lastIdx="0" clrIdx="2434"/>
  <p:cmAuthor id="2436" name="SFUser" initials="S" lastIdx="0" clrIdx="2435"/>
  <p:cmAuthor id="2437" name="邵靖萱(JingXuanShao)-速运事业群" initials="邵" lastIdx="0" clrIdx="2436"/>
  <p:cmAuthor id="2438" name="陈婷婷(TingTingChen)" initials="陈" lastIdx="0" clrIdx="2437"/>
  <p:cmAuthor id="2439" name="张橙子(Ziya Zhang)-速运事业群" initials="张" lastIdx="0" clrIdx="2438"/>
  <p:cmAuthor id="2440" name="qin xiang" initials="" lastIdx="0" clrIdx="2439"/>
  <p:cmAuthor id="2441" name="dzhou" initials="d" lastIdx="0" clrIdx="2440"/>
  <p:cmAuthor id="2442" name="李明" initials="李" lastIdx="0" clrIdx="2441"/>
  <p:cmAuthor id="2443" name="魏佳佳" initials="魏" lastIdx="0" clrIdx="2442"/>
  <p:cmAuthor id="2444" name="张 文曦" initials="张" lastIdx="0" clrIdx="2443"/>
  <p:cmAuthor id="2445" name="姚乐" initials="姚" lastIdx="0" clrIdx="2444"/>
  <p:cmAuthor id="2446" name="刘 林山" initials="刘" lastIdx="0" clrIdx="2445"/>
  <p:cmAuthor id="2447" name="梦想照进现实" initials="梦" lastIdx="0" clrIdx="2446"/>
  <p:cmAuthor id="2448" name="冯 梦祥" initials="冯" lastIdx="0" clrIdx="2447"/>
  <p:cmAuthor id="2449" name="陶萄" initials="陶" lastIdx="0" clrIdx="2448"/>
  <p:cmAuthor id="2450" name="杜寅捷" initials="杜" lastIdx="0" clrIdx="2449"/>
  <p:cmAuthor id="2451" name="诸学海" initials="诸" lastIdx="0" clrIdx="2450"/>
  <p:cmAuthor id="2452" name="杨明巍" initials="杨" lastIdx="0" clrIdx="2451"/>
  <p:cmAuthor id="2453" name="张涛" initials="张" lastIdx="0" clrIdx="2452"/>
  <p:cmAuthor id="2454" name="juan" initials="j" lastIdx="0" clrIdx="2453"/>
  <p:cmAuthor id="2455" name="Cheng Mr." initials="CM" lastIdx="0" clrIdx="2454"/>
  <p:cmAuthor id="2456" name="Emeline Tjan" initials="E" lastIdx="0" clrIdx="2455"/>
  <p:cmAuthor id="2457" name="韩旭" initials="韩" lastIdx="0" clrIdx="2456"/>
  <p:cmAuthor id="2458" name="姚立君" initials="姚" lastIdx="0" clrIdx="2457"/>
  <p:cmAuthor id="2459" name="赵赫" initials="赵" lastIdx="0" clrIdx="2458"/>
  <p:cmAuthor id="2460" name="Yummy" initials="Y" lastIdx="0" clrIdx="2459"/>
  <p:cmAuthor id="2461" name="张如菡" initials="张" lastIdx="0" clrIdx="2460"/>
  <p:cmAuthor id="2462" name="刘朋飞-绍兴" initials="刘" lastIdx="0" clrIdx="2461"/>
  <p:cmAuthor id="2463" name="张煜" initials="张" lastIdx="0" clrIdx="2462"/>
  <p:cmAuthor id="2464" name="梁婷" initials="梁" lastIdx="0" clrIdx="2463"/>
  <p:cmAuthor id="2465" name="sp80916@163.com" initials="s" lastIdx="0" clrIdx="2464"/>
  <p:cmAuthor id="2466" name="mo ment" initials="mm" lastIdx="0" clrIdx="2465"/>
  <p:cmAuthor id="2467" name="海荣 李" initials="海荣" lastIdx="0" clrIdx="2466"/>
  <p:cmAuthor id="2468" name="韩兵" initials="韩" lastIdx="0" clrIdx="2467"/>
  <p:cmAuthor id="2469" name="ying" initials="y" lastIdx="0" clrIdx="2468"/>
  <p:cmAuthor id="2470" name="Gao Yu" initials="G" lastIdx="0" clrIdx="2469"/>
  <p:cmAuthor id="2471" name="鲁志英" initials="鲁" lastIdx="0" clrIdx="2470"/>
  <p:cmAuthor id="2472" name="陈晨" initials="陈" lastIdx="0" clrIdx="2471"/>
  <p:cmAuthor id="2473" name="伟琴 庞" initials="伟琴" lastIdx="0" clrIdx="2472"/>
  <p:cmAuthor id="2474" name="马海燕" initials="马" lastIdx="0" clrIdx="2473"/>
  <p:cmAuthor id="2475" name="nine" initials="n" lastIdx="0" clrIdx="2474"/>
  <p:cmAuthor id="2476" name="涛娜" initials="涛" lastIdx="0" clrIdx="2475"/>
  <p:cmAuthor id="2477" name="周建文" initials="周" lastIdx="0" clrIdx="2476"/>
  <p:cmAuthor id="2478" name="魏雨蒙" initials="魏" lastIdx="0" clrIdx="2477"/>
  <p:cmAuthor id="2479" name="zhang" initials="z" lastIdx="0" clrIdx="2478"/>
  <p:cmAuthor id="2480" name="su jianchao" initials="sj" lastIdx="0" clrIdx="2479"/>
  <p:cmAuthor id="2481" name="HE KENNY" initials="HK" lastIdx="0" clrIdx="2480"/>
  <p:cmAuthor id="2482" name="13824" initials="1" lastIdx="0" clrIdx="2481"/>
  <p:cmAuthor id="2483" name="drizzlep" initials="d" lastIdx="0" clrIdx="2482"/>
  <p:cmAuthor id="2484" name="邓泽苗" initials="邓" lastIdx="0" clrIdx="2483"/>
  <p:cmAuthor id="2485" name="核稿秘书" initials="核" lastIdx="0" clrIdx="2484"/>
  <p:cmAuthor id="2486" name="任杰" initials="任" lastIdx="0" clrIdx="2485"/>
  <p:cmAuthor id="2487" name="康丽" initials="康" lastIdx="0" clrIdx="2486"/>
  <p:cmAuthor id="2488" name="余伶" initials="余" lastIdx="0" clrIdx="2487"/>
  <p:cmAuthor id="2489" name="徐晓晴" initials="徐" lastIdx="0" clrIdx="2488"/>
  <p:cmAuthor id="2490" name="宇虹 农" initials="宇" lastIdx="0" clrIdx="2489"/>
  <p:cmAuthor id="2491" name="Sam" initials="S" lastIdx="0" clrIdx="2490"/>
  <p:cmAuthor id="2492" name="MI" initials="M" lastIdx="0" clrIdx="2491"/>
  <p:cmAuthor id="2493" name="杨慧" initials="杨" lastIdx="0" clrIdx="2492"/>
  <p:cmAuthor id="2494" name="J" initials="J" lastIdx="0" clrIdx="2493"/>
  <p:cmAuthor id="2495" name="Herly Yu" initials="HY" lastIdx="0" clrIdx="2494"/>
  <p:cmAuthor id="2496" name="Yao, Shuang" initials="Y" lastIdx="0" clrIdx="2495"/>
  <p:cmAuthor id="2497" name="朱珠" initials="朱" lastIdx="0" clrIdx="2496"/>
  <p:cmAuthor id="2498" name="市场营销部" initials="市" lastIdx="0" clrIdx="2497"/>
  <p:cmAuthor id="2499" name="李晓亮" initials="李" lastIdx="0" clrIdx="2498"/>
  <p:cmAuthor id="2500" name="15002821" initials="1" lastIdx="0" clrIdx="2499"/>
  <p:cmAuthor id="2501" name="朦搽搽" initials="朦" lastIdx="0" clrIdx="2500"/>
  <p:cmAuthor id="2502" name="724655194@qq.com" initials="7" lastIdx="0" clrIdx="2501"/>
  <p:cmAuthor id="2503" name="Ran" initials="R" lastIdx="0" clrIdx="2502"/>
  <p:cmAuthor id="2504" name="未知的使用者82" initials="" lastIdx="0" clrIdx="2503"/>
  <p:cmAuthor id="2505" name="未知的使用者29" initials="" lastIdx="0" clrIdx="2504"/>
  <p:cmAuthor id="2506" name="张茹" initials="张" lastIdx="0" clrIdx="2505"/>
  <p:cmAuthor id="2507" name="闯宋" initials="闯宋" lastIdx="0" clrIdx="2506"/>
  <p:cmAuthor id="2508" name="杨健" initials="杨" lastIdx="0" clrIdx="2507"/>
  <p:cmAuthor id="2509" name="李玉聪" initials="李" lastIdx="0" clrIdx="2508"/>
  <p:cmAuthor id="2510" name="魏思奇" initials="魏" lastIdx="0" clrIdx="2509"/>
  <p:cmAuthor id="2511" name="刘Xiao" initials="刘" lastIdx="0" clrIdx="2510"/>
  <p:cmAuthor id="2512" name="刘慧元" initials="刘" lastIdx="0" clrIdx="2511"/>
  <p:cmAuthor id="2513" name="M." initials="M" lastIdx="0" clrIdx="2512"/>
  <p:cmAuthor id="2514" name="张帅" initials="张" lastIdx="0" clrIdx="2513"/>
  <p:cmAuthor id="2515" name="美时" initials="美" lastIdx="0" clrIdx="2514"/>
  <p:cmAuthor id="2516" name="Fancy云朵" initials="F" lastIdx="0" clrIdx="2515"/>
  <p:cmAuthor id="2517" name="海湾" initials="海" lastIdx="0" clrIdx="2516"/>
  <p:cmAuthor id="2518" name="Tune" initials="T" lastIdx="0" clrIdx="2517"/>
  <p:cmAuthor id="2519" name="刘欢" initials="刘" lastIdx="0" clrIdx="2518"/>
  <p:cmAuthor id="2520" name="Russell-Thor" initials="R" lastIdx="0" clrIdx="2519"/>
  <p:cmAuthor id="2521" name="Tmh" initials="T" lastIdx="0" clrIdx="2520"/>
  <p:cmAuthor id="2522" name="朱 子轩" initials="朱" lastIdx="0" clrIdx="2521"/>
  <p:cmAuthor id="2523" name="83657" initials="8" lastIdx="0" clrIdx="2522"/>
  <p:cmAuthor id="2524" name="张麒麟" initials="张" lastIdx="0" clrIdx="2523"/>
  <p:cmAuthor id="2525" name="dguser" initials="d" lastIdx="0" clrIdx="2524"/>
  <p:cmAuthor id="2526" name="hu oreo" initials="h" lastIdx="0" clrIdx="2525"/>
  <p:cmAuthor id="2527" name="中国人寿" initials="中" lastIdx="0" clrIdx="2526"/>
  <p:cmAuthor id="2528" name="Why" initials="W" lastIdx="0" clrIdx="2527"/>
  <p:cmAuthor id="2529" name="falling" initials="f" lastIdx="0" clrIdx="2528"/>
  <p:cmAuthor id="2530" name="童敏" initials="童" lastIdx="0" clrIdx="2529"/>
  <p:cmAuthor id="2531" name="廖先生" initials="廖" lastIdx="0" clrIdx="2530"/>
  <p:cmAuthor id="2532" name="葛玉娟" initials="葛" lastIdx="0" clrIdx="2531"/>
  <p:cmAuthor id="2533" name="杨 树林" initials="杨" lastIdx="0" clrIdx="2532"/>
  <p:cmAuthor id="2534" name="田 斌" initials="田" lastIdx="0" clrIdx="2533"/>
  <p:cmAuthor id="2535" name="张贝贝" initials="张" lastIdx="0" clrIdx="2534"/>
  <p:cmAuthor id="2536" name="ZXH" initials="Z" lastIdx="0" clrIdx="2535"/>
  <p:cmAuthor id="2537" name="梁健星" initials="梁" lastIdx="0" clrIdx="2536"/>
  <p:cmAuthor id="2538" name="TKGS" initials="T" lastIdx="0" clrIdx="2537"/>
  <p:cmAuthor id="2539" name="王林10186938" initials="王" lastIdx="0" clrIdx="2538"/>
  <p:cmAuthor id="2540" name="tjyeqing" initials="tjyeqing" lastIdx="0" clrIdx="2539"/>
  <p:cmAuthor id="2541" name="记得。" initials="记" lastIdx="0" clrIdx="2540"/>
  <p:cmAuthor id="2542" name="chencl26" initials="chencl26" lastIdx="0" clrIdx="2541"/>
  <p:cmAuthor id="2543" name="97017" initials="9" lastIdx="0" clrIdx="2542"/>
  <p:cmAuthor id="2544" name="hexz15" initials="h" lastIdx="0" clrIdx="2543"/>
  <p:cmAuthor id="2545" name="蓝 李宇星" initials="蓝" lastIdx="0" clrIdx="2544"/>
  <p:cmAuthor id="2546" name="曾 继" initials="曾" lastIdx="0" clrIdx="2545"/>
  <p:cmAuthor id="2547" name="秘撞琴崖掣" initials="秘" lastIdx="0" clrIdx="2546"/>
  <p:cmAuthor id="2548" name="唐芳菲" initials="唐" lastIdx="0" clrIdx="2547"/>
  <p:cmAuthor id="2549" name="mengqiang07" initials="m" lastIdx="0" clrIdx="2548"/>
  <p:cmAuthor id="2550" name="张牧子" initials="张" lastIdx="0" clrIdx="2549"/>
  <p:cmAuthor id="2551" name="王颖" initials="王" lastIdx="0" clrIdx="2550"/>
  <p:cmAuthor id="2552" name="544037045@qq.com" initials="5" lastIdx="0" clrIdx="2551"/>
  <p:cmAuthor id="2553" name="c_mingyang" initials="c" lastIdx="0" clrIdx="2552"/>
  <p:cmAuthor id="2554" name="胡成玉" initials="胡" lastIdx="0" clrIdx="2553"/>
  <p:cmAuthor id="2555" name="路过" initials="路" lastIdx="0" clrIdx="2554"/>
  <p:cmAuthor id="2556" name="JILLIAN.S" initials="authorId_1463436241" lastIdx="0" clrIdx="2555"/>
  <p:cmAuthor id="2557" name="CMY" initials="C" lastIdx="0" clrIdx="2556"/>
  <p:cmAuthor id="2558" name="user1" initials="u" lastIdx="0" clrIdx="2557"/>
  <p:cmAuthor id="2559" name="cc" initials="c" lastIdx="0" clrIdx="2558"/>
  <p:cmAuthor id="2560" name="于雷" initials="于" lastIdx="0" clrIdx="2559"/>
  <p:cmAuthor id="2561" name="李广祎" initials="李" lastIdx="0" clrIdx="2560"/>
  <p:cmAuthor id="2562" name="Michael Fei (费俊杰)" initials="MF(" lastIdx="0" clrIdx="2561"/>
  <p:cmAuthor id="2563" name="王昕辰" initials="王" lastIdx="0" clrIdx="2562"/>
  <p:cmAuthor id="2564" name="李楠10047711" initials="李楠10047711" lastIdx="0" clrIdx="2563"/>
  <p:cmAuthor id="2565" name="610007" initials="6" lastIdx="0" clrIdx="2564"/>
  <p:cmAuthor id="2566" name="黎美辰" initials="黎" lastIdx="0" clrIdx="2565"/>
  <p:cmAuthor id="2567" name="liupeng" initials="l" lastIdx="0" clrIdx="2566"/>
  <p:cmAuthor id="2568" name="tkq" initials="t" lastIdx="0" clrIdx="2567"/>
  <p:cmAuthor id="2569" name="86156" initials="8" lastIdx="0" clrIdx="2568"/>
  <p:cmAuthor id="2570" name="zhuzhengda" initials="z" lastIdx="0" clrIdx="2569"/>
  <p:cmAuthor id="2571" name="张旭辉" initials="张" lastIdx="0" clrIdx="2570"/>
  <p:cmAuthor id="2572" name="qiu" initials="q" lastIdx="0" clrIdx="2571"/>
  <p:cmAuthor id="2573" name="WPS_1602378519" initials="W" lastIdx="0" clrIdx="2572"/>
  <p:cmAuthor id="2574" name="李 奕霖" initials="李" lastIdx="0" clrIdx="2573"/>
  <p:cmAuthor id="2575" name="MACBOOK" initials="M" lastIdx="0" clrIdx="2574"/>
  <p:cmAuthor id="2576" name="hyk" initials="h" lastIdx="0" clrIdx="2575"/>
  <p:cmAuthor id="2577" name="王维汀" initials="王" lastIdx="0" clrIdx="2576"/>
  <p:cmAuthor id="2578" name="丁浩" initials="丁" lastIdx="0" clrIdx="2577"/>
  <p:cmAuthor id="2579" name="xp" initials="x" lastIdx="0" clrIdx="2578"/>
  <p:cmAuthor id="2580" name="aa" initials="a" lastIdx="0" clrIdx="2579"/>
  <p:cmAuthor id="2581" name="001" initials="0" lastIdx="0" clrIdx="2580"/>
  <p:cmAuthor id="2582" name="晓萌 董" initials="晓萌" lastIdx="0" clrIdx="2581"/>
  <p:cmAuthor id="2583" name="伏佳" initials="伏" lastIdx="0" clrIdx="2582"/>
  <p:cmAuthor id="2584" name="元臣华" initials="元" lastIdx="0" clrIdx="2583"/>
  <p:cmAuthor id="2585" name="杨萍" initials="杨" lastIdx="0" clrIdx="2584"/>
  <p:cmAuthor id="2586" name="鲁亚锋" initials="鲁" lastIdx="0" clrIdx="2585"/>
  <p:cmAuthor id="2587" name="陈云鹏" initials="陈" lastIdx="0" clrIdx="2586"/>
  <p:cmAuthor id="2588" name="陈斌" initials="陈" lastIdx="0" clrIdx="2587"/>
  <p:cmAuthor id="2589" name="任涛10036216" initials="任涛10036216" lastIdx="0" clrIdx="2588"/>
  <p:cmAuthor id="2590" name="王振涛" initials="省" lastIdx="0" clrIdx="2589"/>
  <p:cmAuthor id="2591" name="夏 琰" initials="夏" lastIdx="0" clrIdx="2590"/>
  <p:cmAuthor id="2592" name="王聪颖" initials="王" lastIdx="0" clrIdx="2591"/>
  <p:cmAuthor id="2593" name="songxirui" initials="s" lastIdx="0" clrIdx="2592"/>
  <p:cmAuthor id="2594" name="yanglh05" initials="y" lastIdx="0" clrIdx="2593"/>
  <p:cmAuthor id="2595" name="zhangliu06" initials="z" lastIdx="0" clrIdx="2594"/>
  <p:cmAuthor id="2596" name="59390" initials="5" lastIdx="0" clrIdx="2595"/>
  <p:cmAuthor id="2597" name="zhouyingxiang" initials="z" lastIdx="0" clrIdx="2596"/>
  <p:cmAuthor id="2598" name="yanggang1214@163.com" initials="" lastIdx="0" clrIdx="2597"/>
  <p:cmAuthor id="2599" name="PC-Chinalife" initials="P" lastIdx="0" clrIdx="2598"/>
  <p:cmAuthor id="2600" name="李宏" initials="李" lastIdx="0" clrIdx="2599"/>
  <p:cmAuthor id="2601" name="未知的使用者73" initials="未" lastIdx="0" clrIdx="2600"/>
  <p:cmAuthor id="2602" name="何雅琦" initials="何" lastIdx="0" clrIdx="2601"/>
  <p:cmAuthor id="2603" name="陈跃" initials="陈" lastIdx="0" clrIdx="2602"/>
  <p:cmAuthor id="2604" name="WUWmq" initials="W" lastIdx="0" clrIdx="2603"/>
  <p:cmAuthor id="2605" name="光 杨" initials="光杨" lastIdx="0" clrIdx="2604"/>
  <p:cmAuthor id="2606" name="WPS_1473981685" initials="W" lastIdx="0" clrIdx="2605"/>
  <p:cmAuthor id="2607" name="商旦" initials="商" lastIdx="0" clrIdx="2606"/>
  <p:cmAuthor id="2608" name="3319" initials="3" lastIdx="0" clrIdx="2607"/>
  <p:cmAuthor id="2609" name="D B" initials="D" lastIdx="0" clrIdx="2608"/>
  <p:cmAuthor id="2610" name="你 好" initials="你" lastIdx="0" clrIdx="2609"/>
  <p:cmAuthor id="2611" name="王莉" initials="王" lastIdx="0" clrIdx="2610"/>
  <p:cmAuthor id="2612" name="刘秉男" initials="刘" lastIdx="0" clrIdx="2611"/>
  <p:cmAuthor id="2613" name="冯峥" initials="冯" lastIdx="0" clrIdx="2612"/>
  <p:cmAuthor id="2614" name="张钦" initials="张" lastIdx="0" clrIdx="2613"/>
  <p:cmAuthor id="2615" name="桓蕾" initials="桓" lastIdx="0" clrIdx="2614"/>
  <p:cmAuthor id="2616" name="鲍华明" initials="鲍" lastIdx="0" clrIdx="2615"/>
  <p:cmAuthor id="2617" name="yangyanxia" initials="y" lastIdx="0" clrIdx="2616"/>
  <p:cmAuthor id="2618" name="赵兰玉" initials="赵" lastIdx="0" clrIdx="2617"/>
  <p:cmAuthor id="2619" name="杜娇龙" initials="杜" lastIdx="0" clrIdx="2618"/>
  <p:cmAuthor id="2620" name="Qingyunli" initials="Q" lastIdx="0" clrIdx="2619"/>
  <p:cmAuthor id="2621" name="王向羽" initials="王" lastIdx="0" clrIdx="2620"/>
  <p:cmAuthor id="2622" name="吴军" initials="吴" lastIdx="0" clrIdx="2621"/>
  <p:cmAuthor id="2623" name="evil" initials="e" lastIdx="0" clrIdx="2622"/>
  <p:cmAuthor id="2624" name="叶得会" initials="叶" lastIdx="0" clrIdx="2623"/>
  <p:cmAuthor id="2625" name="Zhu" initials="Z" lastIdx="0" clrIdx="2624"/>
  <p:cmAuthor id="2626" name="虎 沈" initials="虎" lastIdx="0" clrIdx="2625"/>
  <p:cmAuthor id="2627" name="郭 梦云" initials="郭" lastIdx="0" clrIdx="2626"/>
  <p:cmAuthor id="2628" name="yuancc04" initials="y" lastIdx="0" clrIdx="2627"/>
  <p:cmAuthor id="2629" name="郑学军" initials="郑" lastIdx="0" clrIdx="2628"/>
  <p:cmAuthor id="2630" name="脚下的路和未来的你" initials="脚" lastIdx="0" clrIdx="2629"/>
  <p:cmAuthor id="2631" name="CYM" initials="C" lastIdx="0" clrIdx="2630"/>
  <p:cmAuthor id="2632" name="我思故我在" initials="我" lastIdx="0" clrIdx="2631"/>
  <p:cmAuthor id="2633" name="张英节" initials="张英节" lastIdx="0" clrIdx="2632"/>
  <p:cmAuthor id="2634" name="liquanxi" initials="l" lastIdx="0" clrIdx="2633"/>
  <p:cmAuthor id="2635" name="zhengzhong" initials="z" lastIdx="0" clrIdx="2634"/>
  <p:cmAuthor id="2636" name="Student" initials="S" lastIdx="0" clrIdx="2635"/>
  <p:cmAuthor id="2637" name="安安" initials="安" lastIdx="0" clrIdx="2636"/>
  <p:cmAuthor id="2638" name="王子丰" initials="王" lastIdx="0" clrIdx="2637"/>
  <p:cmAuthor id="2639" name="张茜" initials="张" lastIdx="0" clrIdx="2638"/>
  <p:cmAuthor id="2640" name="孙冰" initials="孙" lastIdx="0" clrIdx="2639"/>
  <p:cmAuthor id="2641" name="Lir" initials="L" lastIdx="0" clrIdx="2640"/>
  <p:cmAuthor id="2642" name="zhuyk" initials="z" lastIdx="0" clrIdx="2641"/>
  <p:cmAuthor id="2643" name="123" initials="1" lastIdx="0" clrIdx="2642"/>
  <p:cmAuthor id="2644" name="未知的使用者115" initials="" lastIdx="0" clrIdx="2643"/>
  <p:cmAuthor id="2645" name="未知的使用者48" initials="" lastIdx="0" clrIdx="2644"/>
  <p:cmAuthor id="2646" name="Xia Ting" initials="X" lastIdx="0" clrIdx="2645"/>
  <p:cmAuthor id="2647" name="陶菲" initials="陶" lastIdx="0" clrIdx="2646"/>
  <p:cmAuthor id="2648" name="Sue Dong" initials="S" lastIdx="0" clrIdx="2647"/>
  <p:cmAuthor id="2649" name="lily song" initials="ls" lastIdx="0" clrIdx="2648"/>
  <p:cmAuthor id="2650" name="未知的使用者189" initials="未" lastIdx="0" clrIdx="2649"/>
  <p:cmAuthor id="2651" name="未知的使用者131" initials="未" lastIdx="0" clrIdx="2650"/>
  <p:cmAuthor id="2652" name="未知的使用者228" initials="未" lastIdx="0" clrIdx="2651"/>
  <p:cmAuthor id="2653" name="Wenjing zhou" initials="Wz" lastIdx="0" clrIdx="2652"/>
  <p:cmAuthor id="2654" name="zhengyan01" initials="z" lastIdx="0" clrIdx="2653"/>
  <p:cmAuthor id="2655" name="one" initials="o" lastIdx="0" clrIdx="2654"/>
  <p:cmAuthor id="2656" name="13356712655" initials="1" lastIdx="0" clrIdx="2655"/>
  <p:cmAuthor id="2657" name="clicadmin" initials="c" lastIdx="0" clrIdx="2656"/>
  <p:cmAuthor id="2658" name="孔璞" initials="孔" lastIdx="0" clrIdx="2657"/>
  <p:cmAuthor id="2659" name="湘潭周聪" initials="Lanse" lastIdx="0" clrIdx="2658"/>
  <p:cmAuthor id="2660" name="asd" initials="a" lastIdx="0" clrIdx="2659"/>
  <p:cmAuthor id="2661" name="ybxlhw" initials="y" lastIdx="0" clrIdx="2660"/>
  <p:cmAuthor id="2662" name="yutaiyinbao" initials="y" lastIdx="0" clrIdx="2661"/>
  <p:cmAuthor id="2663" name="61068" initials="6" lastIdx="0" clrIdx="2662"/>
  <p:cmAuthor id="2664" name="陈小烨" initials="陈小烨" lastIdx="0" clrIdx="2663"/>
  <p:cmAuthor id="2665" name="帅军利" initials="SJLI" lastIdx="0" clrIdx="2664"/>
  <p:cmAuthor id="2666" name="cwq" initials="C" lastIdx="0" clrIdx="2665"/>
  <p:cmAuthor id="2667" name="Mayn" initials="M" lastIdx="0" clrIdx="2666"/>
  <p:cmAuthor id="2668" name="张思恒" initials="张" lastIdx="0" clrIdx="2667"/>
  <p:cmAuthor id="2669" name="张潇" initials="张" lastIdx="0" clrIdx="2668"/>
  <p:cmAuthor id="2670" name="zhangsiheng" initials="z" lastIdx="0" clrIdx="2669"/>
  <p:cmAuthor id="2671" name="wangrui" initials="w" lastIdx="0" clrIdx="2670"/>
  <p:cmAuthor id="2672" name="张守权" initials="张" lastIdx="0" clrIdx="2671"/>
  <p:cmAuthor id="2673" name="庞宝国" initials="庞" lastIdx="0" clrIdx="2672"/>
  <p:cmAuthor id="2674" name="甘 鹏" initials="甘" lastIdx="0" clrIdx="2673"/>
  <p:cmAuthor id="2675" name="li kunjie" initials="l" lastIdx="0" clrIdx="2674"/>
  <p:cmAuthor id="2676" name="win11" initials="w" lastIdx="0" clrIdx="2675"/>
  <p:cmAuthor id="2677" name="yu Grover" initials="y" lastIdx="0" clrIdx="2676"/>
  <p:cmAuthor id="2678" name="Zhang, Teresa-Y" initials="Z" lastIdx="0" clrIdx="2677"/>
  <p:cmAuthor id="2679" name="ZhuanZ（无密码）" initials="Z" lastIdx="0" clrIdx="2678"/>
  <p:cmAuthor id="2680" name="melody" initials="m" lastIdx="0" clrIdx="2679"/>
  <p:cmAuthor id="2681" name="Sun" initials="S" lastIdx="0" clrIdx="2680"/>
  <p:cmAuthor id="2682" name="p LJ" initials="p" lastIdx="0" clrIdx="2681"/>
  <p:cmAuthor id="2683" name="haiming27@126.com" initials="h" lastIdx="0" clrIdx="2682"/>
  <p:cmAuthor id="2684" name="乾坤 赵" initials="乾赵" lastIdx="0" clrIdx="2683"/>
  <p:cmAuthor id="2685" name="User_2" initials="U" lastIdx="0" clrIdx="2684"/>
  <p:cmAuthor id="2686" name="ZZL" initials="Z" lastIdx="0" clrIdx="2685"/>
  <p:cmAuthor id="2687" name="qsl" initials="q" lastIdx="0" clrIdx="2686"/>
  <p:cmAuthor id="2688" name="hancy09" initials="h" lastIdx="0" clrIdx="2687"/>
  <p:cmAuthor id="2689" name="Guangming" initials="G" lastIdx="0" clrIdx="2688"/>
  <p:cmAuthor id="2690" name="练祥凯" initials="练" lastIdx="0" clrIdx="2689"/>
  <p:cmAuthor id="2691" name="guo yin" initials="gy" lastIdx="0" clrIdx="2690"/>
  <p:cmAuthor id="2692" name="taikang" initials="t" lastIdx="0" clrIdx="2691"/>
  <p:cmAuthor id="2693" name="皇甫思毅" initials="皇" lastIdx="0" clrIdx="2692"/>
  <p:cmAuthor id="2694" name="杜玉阳" initials="杜" lastIdx="0" clrIdx="2693"/>
  <p:cmAuthor id="2695" name="86182" initials="8" lastIdx="0" clrIdx="2694"/>
  <p:cmAuthor id="2696" name="张景奥" initials="张景奥" lastIdx="0" clrIdx="2695"/>
  <p:cmAuthor id="2697" name="冯润瑛" initials="冯润瑛" lastIdx="0" clrIdx="2696"/>
  <p:cmAuthor id="2698" name="tplife" initials="t" lastIdx="0" clrIdx="2697"/>
  <p:cmAuthor id="2699" name="zhouyiming" initials="z" lastIdx="0" clrIdx="2698"/>
  <p:cmAuthor id="2700" name="yangdi" initials="y" lastIdx="0" clrIdx="2699"/>
  <p:cmAuthor id="2701" name="qinlh" initials="q" lastIdx="0" clrIdx="2700"/>
  <p:cmAuthor id="2702" name="连海" initials="连" lastIdx="0" clrIdx="2701"/>
  <p:cmAuthor id="2703" name="A1" initials="A" lastIdx="0" clrIdx="2702"/>
  <p:cmAuthor id="2704" name="朱玲" initials="朱" lastIdx="0" clrIdx="2703"/>
  <p:cmAuthor id="2705" name="XP" initials="X" lastIdx="0" clrIdx="2704"/>
  <p:cmAuthor id="2706" name="xiong kang" initials="xk" lastIdx="0" clrIdx="2705"/>
  <p:cmAuthor id="2707" name="李丹凤" initials="李" lastIdx="0" clrIdx="2706"/>
  <p:cmAuthor id="2708" name="冯际广" initials="冯" lastIdx="0" clrIdx="2707"/>
  <p:cmAuthor id="2709" name="赵 春波" initials="赵" lastIdx="0" clrIdx="2708"/>
  <p:cmAuthor id="2710" name="覃荧" initials="覃" lastIdx="0" clrIdx="2709"/>
  <p:cmAuthor id="2711" name="huawei" initials="h" lastIdx="0" clrIdx="2710"/>
  <p:cmAuthor id="2712" name="zhaozhihua-lhn" initials="z" lastIdx="0" clrIdx="2711"/>
  <p:cmAuthor id="2713" name="王伦波" initials="王" lastIdx="0" clrIdx="2712"/>
  <p:cmAuthor id="2714" name="庞 雅慧" initials="庞" lastIdx="0" clrIdx="2713"/>
  <p:cmAuthor id="2715" name="王占国" initials="王" lastIdx="0" clrIdx="2714"/>
  <p:cmAuthor id="2716" name="方蔚" initials="A" lastIdx="0" clrIdx="2715"/>
  <p:cmAuthor id="2717" name="赵慧敏" initials="LU" lastIdx="0" clrIdx="2716"/>
  <p:cmAuthor id="2718" name="WPS" initials="W" lastIdx="0" clrIdx="2717"/>
  <p:cmAuthor id="2719" name="f00273564" initials="f" lastIdx="0" clrIdx="2718"/>
  <p:cmAuthor id="2720" name="袁昆山" initials="袁昆山" lastIdx="0" clrIdx="2719"/>
  <p:cmAuthor id="2721" name="丁丽" initials="丁" lastIdx="0" clrIdx="2720"/>
  <p:cmAuthor id="2722" name="林国鑫" initials="林" lastIdx="0" clrIdx="2721"/>
  <p:cmAuthor id="2723" name="黎承维" initials="黎" lastIdx="0" clrIdx="2722"/>
  <p:cmAuthor id="2724" name="adamancy" initials="a" lastIdx="0" clrIdx="2723"/>
  <p:cmAuthor id="2725" name="vita" initials="v" lastIdx="0" clrIdx="2724"/>
  <p:cmAuthor id="2726" name="WPS_1487251363" initials="W" lastIdx="0" clrIdx="2725"/>
  <p:cmAuthor id="2727" name="逻辑" initials="逻" lastIdx="0" clrIdx="2726"/>
  <p:cmAuthor id="2728" name="打印部李老板" initials="打" lastIdx="0" clrIdx="2727"/>
  <p:cmAuthor id="2729" name="Bodong Wang" initials="BW" lastIdx="0" clrIdx="2728"/>
  <p:cmAuthor id="2730" name="钱多多的小确幸" initials="钱" lastIdx="0" clrIdx="2729"/>
  <p:cmAuthor id="2731" name="Cherry" initials="C" lastIdx="0" clrIdx="2730"/>
  <p:cmAuthor id="2732" name="Admin7" initials="A" lastIdx="0" clrIdx="2731"/>
  <p:cmAuthor id="2733" name="Sylvia" initials="S" lastIdx="0" clrIdx="2732"/>
  <p:cmAuthor id="2734" name="Lan" initials="L" lastIdx="0" clrIdx="2733"/>
  <p:cmAuthor id="2735" name="Ueaea" initials="U" lastIdx="0" clrIdx="2734"/>
  <p:cmAuthor id="2736" name="021" initials="0" lastIdx="0" clrIdx="2735"/>
  <p:cmAuthor id="2737" name="尹波" initials="尹" lastIdx="0" clrIdx="2736"/>
  <p:cmAuthor id="2738" name="刘彩琴" initials="刘" lastIdx="0" clrIdx="2737"/>
  <p:cmAuthor id="2739" name="陈培思" initials="陈培思" lastIdx="0" clrIdx="2738"/>
  <p:cmAuthor id="2740" name="金良_jYJz3qQJ" initials="authorId_387587456" lastIdx="0" clrIdx="2739"/>
  <p:cmAuthor id="2741" name="WPS_1487899454" initials="W" lastIdx="0" clrIdx="2740"/>
  <p:cmAuthor id="2742" name="Dr.Mr.Do." initials="D" lastIdx="0" clrIdx="2741"/>
  <p:cmAuthor id="2743" name="静＊好" initials="静" lastIdx="0" clrIdx="2742"/>
  <p:cmAuthor id="2744" name="独行者" initials="独" lastIdx="0" clrIdx="2743"/>
  <p:cmAuthor id="2745" name="Lytton" initials="L" lastIdx="0" clrIdx="2744"/>
  <p:cmAuthor id="2746" name="李瑾" initials="李" lastIdx="0" clrIdx="2745"/>
  <p:cmAuthor id="2747" name="王习习" initials="王" lastIdx="0" clrIdx="2746"/>
  <p:cmAuthor id="2748" name="张文品" initials="张文品" lastIdx="0" clrIdx="2747"/>
  <p:cmAuthor id="2749" name="马潇" initials="MX" lastIdx="0" clrIdx="2748"/>
  <p:cmAuthor id="2750" name="陶祺" initials="陶祺" lastIdx="0" clrIdx="2749"/>
  <p:cmAuthor id="2751" name="张海宾" initials="H" lastIdx="0" clrIdx="2750"/>
  <p:cmAuthor id="2752" name="熊文凤" initials="熊" lastIdx="0" clrIdx="2751"/>
  <p:cmAuthor id="2753" name="凯 李" initials="凯" lastIdx="0" clrIdx="2752"/>
  <p:cmAuthor id="2754" name="周浩" initials="hl" lastIdx="0" clrIdx="2753"/>
  <p:cmAuthor id="2755" name="刘萍" initials="刘" lastIdx="0" clrIdx="2754"/>
  <p:cmAuthor id="2756" name="马玲" initials="马" lastIdx="0" clrIdx="2755"/>
  <p:cmAuthor id="2757" name="Amber Chang Zhao" initials="ambzhao" lastIdx="0" clrIdx="2756"/>
  <p:cmAuthor id="2758" name="pangerhui" initials="p" lastIdx="0" clrIdx="2757"/>
  <p:cmAuthor id="2759" name="z" initials="z" lastIdx="0" clrIdx="2758"/>
  <p:cmAuthor id="2760" name="zou" initials="z" lastIdx="0" clrIdx="2759"/>
  <p:cmAuthor id="2761" name="牛菁华" initials="牛" lastIdx="0" clrIdx="2760"/>
  <p:cmAuthor id="2762" name="郭宇川" initials="郭" lastIdx="0" clrIdx="2761"/>
  <p:cmAuthor id="2763" name="陈梦昕" initials="陈" lastIdx="0" clrIdx="2762"/>
  <p:cmAuthor id="2764" name="yichn" initials="y" lastIdx="0" clrIdx="2763"/>
  <p:cmAuthor id="2765" name="韩 玥昊" initials="韩" lastIdx="0" clrIdx="2764"/>
  <p:cmAuthor id="2766" name="刘广艳" initials="刘" lastIdx="0" clrIdx="2765"/>
  <p:cmAuthor id="2767" name="Hi_ Young" initials="H" lastIdx="0" clrIdx="2766"/>
  <p:cmAuthor id="2768" name="王怀璋" initials="王" lastIdx="0" clrIdx="2767"/>
  <p:cmAuthor id="2769" name="Tracy Chen" initials="T" lastIdx="0" clrIdx="2768"/>
  <p:cmAuthor id="2770" name="more cui" initials="mc" lastIdx="0" clrIdx="2769"/>
  <p:cmAuthor id="2771" name="李冉" initials="李" lastIdx="0" clrIdx="2770"/>
  <p:cmAuthor id="2772" name="冯翀" initials="冯" lastIdx="0" clrIdx="2771"/>
  <p:cmAuthor id="2773" name="李叶" initials="李" lastIdx="0" clrIdx="2772"/>
  <p:cmAuthor id="2774" name="lgq" initials="l" lastIdx="0" clrIdx="2773"/>
  <p:cmAuthor id="2775" name="康" initials="k." lastIdx="0" clrIdx="2774"/>
  <p:cmAuthor id="2776" name="Unknown User28" initials="U" lastIdx="0" clrIdx="2775"/>
  <p:cmAuthor id="2777" name="未知的使用者197" initials="未" lastIdx="0" clrIdx="2776"/>
  <p:cmAuthor id="2778" name="未知的使用者158" initials="未" lastIdx="0" clrIdx="2777"/>
  <p:cmAuthor id="2779" name="王泽宇" initials="王" lastIdx="0" clrIdx="2778"/>
  <p:cmAuthor id="2780" name="李东坡" initials="李" lastIdx="0" clrIdx="2779"/>
  <p:cmAuthor id="2781" name="crespo lee" initials="cl" lastIdx="0" clrIdx="2780"/>
  <p:cmAuthor id="2782" name="连娟" initials="连" lastIdx="0" clrIdx="2781"/>
  <p:cmAuthor id="2783" name="刘超" initials="刘" lastIdx="0" clrIdx="2782"/>
  <p:cmAuthor id="2784" name="曾兵琴" initials="曾" lastIdx="0" clrIdx="2783"/>
  <p:cmAuthor id="2785" name="49483" initials="4" lastIdx="0" clrIdx="2784"/>
  <p:cmAuthor id="2786" name="周子旭" initials="周" lastIdx="0" clrIdx="2785"/>
  <p:cmAuthor id="2787" name="王雅静" initials="王" lastIdx="0" clrIdx="2786"/>
  <p:cmAuthor id="2788" name="13306497415@163.com" initials="1" lastIdx="0" clrIdx="2787"/>
  <p:cmAuthor id="2789" name="58436" initials="5" lastIdx="0" clrIdx="2788"/>
  <p:cmAuthor id="2790" name="wuyifei" initials="w" lastIdx="0" clrIdx="2789"/>
  <p:cmAuthor id="2791" name="寄递-徐咏族" initials="寄" lastIdx="0" clrIdx="2790"/>
  <p:cmAuthor id="2792" name="1979" initials="1" lastIdx="0" clrIdx="2791"/>
  <p:cmAuthor id="2793" name="邱彩" initials="邱" lastIdx="0" clrIdx="2792"/>
  <p:cmAuthor id="2794" name="猪小果的小本本" initials="猪" lastIdx="0" clrIdx="2793"/>
  <p:cmAuthor id="2795" name="jacobepc@163.com" initials="" lastIdx="0" clrIdx="2794"/>
  <p:cmAuthor id="2796" name="张文湛" initials="张" lastIdx="0" clrIdx="2795"/>
  <p:cmAuthor id="2797" name="WPS_1479286696" initials="W" lastIdx="0" clrIdx="2796"/>
  <p:cmAuthor id="2798" name="guoge" initials="g" lastIdx="0" clrIdx="2797"/>
  <p:cmAuthor id="2799" name="秦昌凤" initials="秦" lastIdx="0" clrIdx="2798"/>
  <p:cmAuthor id="2800" name="feizi" initials="f" lastIdx="0" clrIdx="2799"/>
  <p:cmAuthor id="2801" name="骆松涛" initials="骆" lastIdx="0" clrIdx="2800"/>
  <p:cmAuthor id="2802" name="张祖华" initials="l" lastIdx="0" clrIdx="2801"/>
  <p:cmAuthor id="2803" name="朱微亮" initials="朱" lastIdx="0" clrIdx="2802"/>
  <p:cmAuthor id="2804" name="未知的使用者72" initials="未" lastIdx="0" clrIdx="2803"/>
  <p:cmAuthor id="2805" name="蒋安琦" initials="蒋" lastIdx="0" clrIdx="2804"/>
  <p:cmAuthor id="2806" name="x l" initials="" lastIdx="0" clrIdx="2805"/>
  <p:cmAuthor id="2807" name="Mei Jin" initials="MJ" lastIdx="0" clrIdx="2806"/>
  <p:cmAuthor id="2808" name="宋杰" initials="宋" lastIdx="0" clrIdx="2807"/>
  <p:cmAuthor id="2809" name="韦皓" initials="韦" lastIdx="0" clrIdx="2808"/>
  <p:cmAuthor id="2810" name="Summer" initials="S" lastIdx="0" clrIdx="2809"/>
  <p:cmAuthor id="2811" name="peter" initials="p" lastIdx="0" clrIdx="2810"/>
  <p:cmAuthor id="2812" name="Ycxxxxxx" initials="Y" lastIdx="0" clrIdx="2811"/>
  <p:cmAuthor id="2813" name="东" initials="东" lastIdx="0" clrIdx="2812"/>
  <p:cmAuthor id="2814" name="momo" initials="m" lastIdx="0" clrIdx="2813"/>
  <p:cmAuthor id="2815" name="吕雪莹" initials="吕" lastIdx="0" clrIdx="2814"/>
  <p:cmAuthor id="2816" name="李林林" initials="李" lastIdx="0" clrIdx="2815"/>
  <p:cmAuthor id="2817" name="lin li" initials="ll" lastIdx="0" clrIdx="2816"/>
  <p:cmAuthor id="2818" name="595434287@qq.com" initials="5" lastIdx="0" clrIdx="2817"/>
  <p:cmAuthor id="2819" name="张 冰雷" initials="张" lastIdx="0" clrIdx="2818"/>
  <p:cmAuthor id="2820" name="张言" initials="zy" lastIdx="0" clrIdx="2819"/>
  <p:cmAuthor id="2821" name="路" initials="路" lastIdx="0" clrIdx="2820"/>
  <p:cmAuthor id="2822" name="宏勋" initials="authorId_1559013880" lastIdx="0" clrIdx="2821"/>
  <p:cmAuthor id="2823" name="Z" initials="J" lastIdx="0" clrIdx="2822"/>
  <p:cmAuthor id="2824" name="echo" initials="e" lastIdx="0" clrIdx="2823"/>
  <p:cmAuthor id="2825" name="陈 明荃" initials="陈" lastIdx="0" clrIdx="2824"/>
  <p:cmAuthor id="2826" name="郭建刚" initials="郭建刚" lastIdx="0" clrIdx="2825"/>
  <p:cmAuthor id="2827" name="吴箴旎" initials="吴箴旎" lastIdx="0" clrIdx="2826"/>
  <p:cmAuthor id="2828" name="陈 隆超" initials="陈" lastIdx="0" clrIdx="2827"/>
  <p:cmAuthor id="2829" name="Ma SiXi" initials="MS" lastIdx="0" clrIdx="2828"/>
  <p:cmAuthor id="2830" name="86151" initials="8" lastIdx="0" clrIdx="2829"/>
  <p:cmAuthor id="2831" name="9526" initials="9" lastIdx="0" clrIdx="2830"/>
  <p:cmAuthor id="2832" name="李 龙飞" initials="李" lastIdx="0" clrIdx="2831"/>
  <p:cmAuthor id="2833" name="未知用户449" initials="未" lastIdx="0" clrIdx="2832"/>
  <p:cmAuthor id="2834" name="86186" initials="8" lastIdx="0" clrIdx="2833"/>
  <p:cmAuthor id="2835" name="jack-1" initials="j" lastIdx="0" clrIdx="2834"/>
  <p:cmAuthor id="2836" name="aaa" initials="aaa" lastIdx="0" clrIdx="2835"/>
  <p:cmAuthor id="2837" name="未知用户451" initials="未" lastIdx="0" clrIdx="2836"/>
  <p:cmAuthor id="2838" name="王春阳" initials="王" lastIdx="0" clrIdx="2837"/>
  <p:cmAuthor id="2839" name="JYB" initials="J" lastIdx="0" clrIdx="2838"/>
  <p:cmAuthor id="2840" name="sharon" initials="" lastIdx="0" clrIdx="2839"/>
  <p:cmAuthor id="2841" name="未知的使用者51" initials="" lastIdx="0" clrIdx="2840"/>
  <p:cmAuthor id="2842" name="未知的使用者2" initials="未" lastIdx="0" clrIdx="2841"/>
  <p:cmAuthor id="2843" name="August" initials="A" lastIdx="0" clrIdx="2842"/>
  <p:cmAuthor id="2844" name="風輕 雲淡" initials="風輕" lastIdx="0" clrIdx="2843"/>
  <p:cmAuthor id="2845" name="未知的使用者19" initials="未" lastIdx="0" clrIdx="2844"/>
  <p:cmAuthor id="2846" name="steven.jiang" initials="s" lastIdx="0" clrIdx="2845"/>
  <p:cmAuthor id="2847" name="未知的使用者20" initials="未" lastIdx="0" clrIdx="2846"/>
  <p:cmAuthor id="2848" name="未知的使用者21" initials="未" lastIdx="0" clrIdx="2847"/>
  <p:cmAuthor id="2849" name="未知的使用者17" initials="未" lastIdx="0" clrIdx="2848"/>
  <p:cmAuthor id="2850" name="未知的使用者18" initials="未" lastIdx="0" clrIdx="2849"/>
  <p:cmAuthor id="2851" name="未知的使用者15" initials="未" lastIdx="0" clrIdx="2850"/>
  <p:cmAuthor id="2852" name="Unknown User8" initials="U" lastIdx="0" clrIdx="2851"/>
  <p:cmAuthor id="2853" name="alpha" initials="" lastIdx="0" clrIdx="2852"/>
  <p:cmAuthor id="2854" name="luxu" initials="" lastIdx="0" clrIdx="2853"/>
  <p:cmAuthor id="2855" name="RS001" initials="" lastIdx="0" clrIdx="2854"/>
  <p:cmAuthor id="2856" name="Unknown User22" initials="" lastIdx="0" clrIdx="2855"/>
  <p:cmAuthor id="2857" name="jet" initials="" lastIdx="0" clrIdx="2856"/>
  <p:cmAuthor id="2858" name="未知的使用者81" initials="未" lastIdx="0" clrIdx="2857"/>
  <p:cmAuthor id="2859" name="未知的使用者75" initials="" lastIdx="0" clrIdx="2858"/>
  <p:cmAuthor id="2860" name="未知的使用者77" initials="" lastIdx="0" clrIdx="2859"/>
  <p:cmAuthor id="2861" name="未知的使用者92" initials="" lastIdx="0" clrIdx="2860"/>
  <p:cmAuthor id="2862" name="未知的使用者78" initials="" lastIdx="0" clrIdx="2861"/>
  <p:cmAuthor id="2863" name="未知的使用者79" initials="" lastIdx="0" clrIdx="2862"/>
  <p:cmAuthor id="2864" name="未知用户107" initials="" lastIdx="0" clrIdx="2863"/>
  <p:cmAuthor id="2865" name="未知的使用者80" initials="" lastIdx="0" clrIdx="2864"/>
  <p:cmAuthor id="2866" name="未知的使用者83" initials="" lastIdx="0" clrIdx="2865"/>
  <p:cmAuthor id="2867" name="未知的使用者118" initials="" lastIdx="0" clrIdx="2866"/>
  <p:cmAuthor id="2868" name="未知的使用者84" initials="" lastIdx="0" clrIdx="2867"/>
  <p:cmAuthor id="2869" name="未知的使用者70" initials="" lastIdx="0" clrIdx="2868"/>
  <p:cmAuthor id="2870" name="未知的使用者85" initials="" lastIdx="0" clrIdx="2869"/>
  <p:cmAuthor id="2871" name="未知的使用者87" initials="" lastIdx="0" clrIdx="2870"/>
  <p:cmAuthor id="2872" name="曾红" initials="" lastIdx="0" clrIdx="2871"/>
  <p:cmAuthor id="2873" name="未知的使用者90" initials="" lastIdx="0" clrIdx="2872"/>
  <p:cmAuthor id="2874" name="未知的使用者91" initials="" lastIdx="0" clrIdx="2873"/>
  <p:cmAuthor id="2875" name="未知的使用者98" initials="" lastIdx="0" clrIdx="2874"/>
  <p:cmAuthor id="2876" name="CHRISYU" initials="" lastIdx="0" clrIdx="2875"/>
  <p:cmAuthor id="2877" name="未知的使用者113" initials="" lastIdx="0" clrIdx="2876"/>
  <p:cmAuthor id="2878" name="liucunri" initials="" lastIdx="0" clrIdx="2877"/>
  <p:cmAuthor id="2879" name="Unknown User48" initials="" lastIdx="0" clrIdx="2878"/>
  <p:cmAuthor id="2880" name="Unknown User52" initials="" lastIdx="0" clrIdx="2879"/>
  <p:cmAuthor id="2881" name="未知的使用者42" initials="" lastIdx="0" clrIdx="2880"/>
  <p:cmAuthor id="2882" name="Unknown User50" initials="" lastIdx="0" clrIdx="2881"/>
  <p:cmAuthor id="2883" name="未知的使用者120" initials="" lastIdx="0" clrIdx="2882"/>
  <p:cmAuthor id="2884" name="px" initials="" lastIdx="0" clrIdx="2883"/>
  <p:cmAuthor id="2885" name="李 聪聪" initials="李" lastIdx="0" clrIdx="2884"/>
  <p:cmAuthor id="2886" name="elfinhsu" initials="" lastIdx="0" clrIdx="2885"/>
  <p:cmAuthor id="2887" name="Evonlin" initials="E" lastIdx="0" clrIdx="2886"/>
  <p:cmAuthor id="2888" name="未知的使用者24" initials="" lastIdx="0" clrIdx="2887"/>
  <p:cmAuthor id="2889" name="Mary Feil-Jacobs" initials="" lastIdx="0" clrIdx="2888"/>
  <p:cmAuthor id="2890" name="LiuHui" initials="" lastIdx="0" clrIdx="2889"/>
  <p:cmAuthor id="2891" name="未知的使用者45" initials="" lastIdx="0" clrIdx="2890"/>
  <p:cmAuthor id="2892" name="王鹏凯" initials="" lastIdx="0" clrIdx="2891"/>
  <p:cmAuthor id="2893" name="未知的使用者10" initials="" lastIdx="0" clrIdx="2892"/>
  <p:cmAuthor id="2894" name="未知的使用者93" initials="" lastIdx="0" clrIdx="2893"/>
  <p:cmAuthor id="2895" name="LeeElva" initials="" lastIdx="0" clrIdx="2894"/>
  <p:cmAuthor id="2896" name="未知的使用者34" initials="" lastIdx="0" clrIdx="2895"/>
  <p:cmAuthor id="2897" name="lianghb" initials="" lastIdx="0" clrIdx="2896"/>
  <p:cmAuthor id="2898" name="Deanna Schuler (Bookey Consulting)" initials="" lastIdx="0" clrIdx="2897"/>
  <p:cmAuthor id="2899" name="未知的使用者57" initials="" lastIdx="0" clrIdx="2898"/>
  <p:cmAuthor id="2900" name="未知的使用者16" initials="" lastIdx="0" clrIdx="2899"/>
  <p:cmAuthor id="2901" name="未知的使用者35" initials="" lastIdx="0" clrIdx="2900"/>
  <p:cmAuthor id="2902" name="maxine" initials="" lastIdx="0" clrIdx="2901"/>
  <p:cmAuthor id="2903" name="未知的使用者121" initials="" lastIdx="0" clrIdx="2902"/>
  <p:cmAuthor id="2904" name="未知的使用者12" initials="" lastIdx="0" clrIdx="2903"/>
  <p:cmAuthor id="2905" name="周元元" initials="" lastIdx="0" clrIdx="2904"/>
  <p:cmAuthor id="2906" name="未知的使用者27" initials="" lastIdx="0" clrIdx="2905"/>
  <p:cmAuthor id="2907" name="未知的使用者30" initials="" lastIdx="0" clrIdx="2906"/>
  <p:cmAuthor id="2908" name="未知的使用者53" initials="" lastIdx="0" clrIdx="2907"/>
  <p:cmAuthor id="2909" name="未知的使用者25" initials="" lastIdx="0" clrIdx="2908"/>
  <p:cmAuthor id="2910" name="hl sun" initials="" lastIdx="0" clrIdx="2909"/>
  <p:cmAuthor id="2911" name="未知的使用者94" initials="" lastIdx="0" clrIdx="2910"/>
  <p:cmAuthor id="2912" name="周宏達JerryChou" initials="" lastIdx="0" clrIdx="2911"/>
  <p:cmAuthor id="2913" name="未知的使用者56" initials="" lastIdx="0" clrIdx="2912"/>
  <p:cmAuthor id="2914" name="未知的使用者119" initials="" lastIdx="0" clrIdx="2913"/>
  <p:cmAuthor id="2915" name="未知的使用者22" initials="" lastIdx="0" clrIdx="2914"/>
  <p:cmAuthor id="2916" name="未知的使用者103" initials="" lastIdx="0" clrIdx="2915"/>
  <p:cmAuthor id="2917" name="Wenwen" initials="" lastIdx="0" clrIdx="2916"/>
  <p:cmAuthor id="2918" name="未知的使用者117" initials="" lastIdx="0" clrIdx="2917"/>
  <p:cmAuthor id="2919" name="未知的使用者33" initials="" lastIdx="0" clrIdx="2918"/>
  <p:cmAuthor id="2920" name="未知的使用者28" initials="" lastIdx="0" clrIdx="2919"/>
  <p:cmAuthor id="2921" name="未知的使用者67" initials="" lastIdx="0" clrIdx="2920"/>
  <p:cmAuthor id="2922" name="未知的使用者46" initials="" lastIdx="0" clrIdx="2921"/>
  <p:cmAuthor id="2923" name="未知的使用者26" initials="" lastIdx="0" clrIdx="2922"/>
  <p:cmAuthor id="2924" name="未知的使用者43" initials="" lastIdx="0" clrIdx="2923"/>
  <p:cmAuthor id="2925" name="未知的使用者9" initials="" lastIdx="0" clrIdx="2924"/>
  <p:cmAuthor id="2926" name="yuanzh" initials="" lastIdx="0" clrIdx="2925"/>
  <p:cmAuthor id="2927" name="不明使用者57" initials="" lastIdx="0" clrIdx="2926"/>
  <p:cmAuthor id="2928" name="未知的使用者110" initials="" lastIdx="0" clrIdx="2927"/>
  <p:cmAuthor id="2929" name="linyd" initials="" lastIdx="0" clrIdx="2928"/>
  <p:cmAuthor id="2930" name="未知的使用者31" initials="" lastIdx="0" clrIdx="2929"/>
  <p:cmAuthor id="2931" name="未知的使用者68" initials="" lastIdx="0" clrIdx="2930"/>
  <p:cmAuthor id="2932" name="朱晓瑜" initials="" lastIdx="0" clrIdx="2931"/>
  <p:cmAuthor id="2933" name="不明使用者20" initials="" lastIdx="0" clrIdx="2932"/>
  <p:cmAuthor id="2934" name="未知的使用者7" initials="" lastIdx="0" clrIdx="2933"/>
  <p:cmAuthor id="2935" name="未知的使用者111" initials="" lastIdx="0" clrIdx="2934"/>
  <p:cmAuthor id="2936" name="未知的使用者50" initials="" lastIdx="0" clrIdx="2935"/>
  <p:cmAuthor id="2937" name="未知的使用者11" initials="" lastIdx="0" clrIdx="2936"/>
  <p:cmAuthor id="2938" name="未知的使用者150" initials="未" lastIdx="0" clrIdx="2937"/>
  <p:cmAuthor id="2939" name="未知的使用者69" initials="" lastIdx="0" clrIdx="2938"/>
  <p:cmAuthor id="2940" name="未知的使用者112" initials="" lastIdx="0" clrIdx="2939"/>
  <p:cmAuthor id="2941" name="未知用户281" initials="未" lastIdx="0" clrIdx="2940"/>
  <p:cmAuthor id="2942" name="Kevin Hu" initials="" lastIdx="0" clrIdx="2941"/>
  <p:cmAuthor id="2943" name="未知的使用者38" initials="" lastIdx="0" clrIdx="2942"/>
  <p:cmAuthor id="2944" name="唐可欣" initials="" lastIdx="0" clrIdx="2943"/>
  <p:cmAuthor id="2945" name="未知的使用者8" initials="" lastIdx="0" clrIdx="2944"/>
  <p:cmAuthor id="2946" name="不明使用者56" initials="" lastIdx="0" clrIdx="2945"/>
  <p:cmAuthor id="2947" name="P00035_jeremy" initials="" lastIdx="0" clrIdx="2946"/>
  <p:cmAuthor id="2948" name="Unknown User7" initials="" lastIdx="0" clrIdx="2947"/>
  <p:cmAuthor id="2949" name="muzi wei" initials="" lastIdx="0" clrIdx="2948"/>
  <p:cmAuthor id="2950" name="未知的使用者41" initials="" lastIdx="0" clrIdx="2949"/>
  <p:cmAuthor id="2951" name="未知的使用者13" initials="" lastIdx="0" clrIdx="2950"/>
  <p:cmAuthor id="2952" name="djj" initials="" lastIdx="0" clrIdx="2951"/>
  <p:cmAuthor id="2953" name="不明使用者21" initials="" lastIdx="0" clrIdx="2952"/>
  <p:cmAuthor id="2954" name="YUMINGNJ" initials="" lastIdx="0" clrIdx="2953"/>
  <p:cmAuthor id="2955" name="未知的使用者52" initials="" lastIdx="0" clrIdx="2954"/>
  <p:cmAuthor id="2956" name="Unknown User117" initials="U" lastIdx="0" clrIdx="2955"/>
  <p:cmAuthor id="2957" name="thomas" initials="" lastIdx="0" clrIdx="2956"/>
  <p:cmAuthor id="2958" name="未知的使用者3" initials="" lastIdx="0" clrIdx="2957"/>
  <p:cmAuthor id="2959" name="Unknown User65" initials="U" lastIdx="0" clrIdx="2958"/>
  <p:cmAuthor id="2960" name="張秀娟" initials="" lastIdx="0" clrIdx="2959"/>
  <p:cmAuthor id="2961" name="Jason Wang" initials="" lastIdx="0" clrIdx="2960"/>
  <p:cmAuthor id="2962" name="不明使用者18" initials="" lastIdx="0" clrIdx="2961"/>
  <p:cmAuthor id="2963" name="未知的使用者104" initials="" lastIdx="0" clrIdx="2962"/>
  <p:cmAuthor id="2964" name="未知的使用者39" initials="未" lastIdx="0" clrIdx="2963"/>
  <p:cmAuthor id="2965" name="Shawna Strickland" initials="" lastIdx="0" clrIdx="2964"/>
  <p:cmAuthor id="2966" name="未知的使用者36" initials="" lastIdx="0" clrIdx="2965"/>
  <p:cmAuthor id="2967" name="Daniel Wuu" initials="" lastIdx="0" clrIdx="2966"/>
  <p:cmAuthor id="2968" name="未知的使用者14" initials="" lastIdx="0" clrIdx="2967"/>
  <p:cmAuthor id="2969" name="Ashley Eberenz" initials="" lastIdx="0" clrIdx="2968"/>
  <p:cmAuthor id="2970" name="不明使用者19" initials="" lastIdx="0" clrIdx="2969"/>
  <p:cmAuthor id="2971" name="qiantong" initials="" lastIdx="0" clrIdx="2970"/>
  <p:cmAuthor id="2972" name="未知的使用者74" initials="" lastIdx="0" clrIdx="2971"/>
  <p:cmAuthor id="2973" name="未知的使用者23" initials="" lastIdx="0" clrIdx="2972"/>
  <p:cmAuthor id="2974" name="未知的使用者1" initials="" lastIdx="0" clrIdx="2973"/>
  <p:cmAuthor id="2975" name="R affer" initials="" lastIdx="0" clrIdx="2974"/>
  <p:cmAuthor id="2976" name="qihua-DCMS" initials="" lastIdx="0" clrIdx="2975"/>
  <p:cmAuthor id="2977" name="未知的使用者95" initials="" lastIdx="0" clrIdx="2976"/>
  <p:cmAuthor id="2978" name="未知的使用者32" initials="" lastIdx="0" clrIdx="2977"/>
  <p:cmAuthor id="2979" name="未知的使用者49" initials="" lastIdx="0" clrIdx="2978"/>
  <p:cmAuthor id="2980" name="Unknown User26" initials="U" lastIdx="0" clrIdx="2979"/>
  <p:cmAuthor id="2981" name="yuexuejun" initials="" lastIdx="0" clrIdx="2980"/>
  <p:cmAuthor id="2982" name="未知的使用者71" initials="" lastIdx="0" clrIdx="2981"/>
  <p:cmAuthor id="2983" name="未知的使用者105" initials="" lastIdx="0" clrIdx="2982"/>
  <p:cmAuthor id="2984" name="Unknown User70" initials="" lastIdx="0" clrIdx="2983"/>
  <p:cmAuthor id="2985" name="clinchen" initials="" lastIdx="0" clrIdx="2984"/>
  <p:cmAuthor id="2986" name="hanjuncompany" initials="" lastIdx="0" clrIdx="2985"/>
  <p:cmAuthor id="2987" name="kathy chen" initials="" lastIdx="0" clrIdx="2986"/>
  <p:cmAuthor id="2988" name="未知的使用者63" initials="" lastIdx="0" clrIdx="2987"/>
  <p:cmAuthor id="2989" name="未知的使用者64" initials="" lastIdx="0" clrIdx="2988"/>
  <p:cmAuthor id="2990" name="未知的使用者47" initials="" lastIdx="0" clrIdx="2989"/>
  <p:cmAuthor id="2991" name="未知的使用者60" initials="" lastIdx="0" clrIdx="2990"/>
  <p:cmAuthor id="2992" name="未知的使用者59" initials="" lastIdx="0" clrIdx="2991"/>
  <p:cmAuthor id="2993" name="未知的使用者66" initials="" lastIdx="0" clrIdx="2992"/>
  <p:cmAuthor id="2994" name="未知的使用者65" initials="" lastIdx="0" clrIdx="2993"/>
  <p:cmAuthor id="2995" name="未知的使用者107" initials="" lastIdx="0" clrIdx="2994"/>
  <p:cmAuthor id="2996" name="未知的使用者108" initials="" lastIdx="0" clrIdx="2995"/>
  <p:cmAuthor id="2997" name="未知的使用者86" initials="" lastIdx="0" clrIdx="2996"/>
  <p:cmAuthor id="2998" name="未知的使用者116" initials="" lastIdx="0" clrIdx="2997"/>
  <p:cmAuthor id="2999" name="未知的使用者44" initials="" lastIdx="0" clrIdx="2998"/>
  <p:cmAuthor id="3000" name="未知的使用者37" initials="" lastIdx="0" clrIdx="2999"/>
  <p:cmAuthor id="3001" name="未知的使用者126" initials="" lastIdx="0" clrIdx="3000"/>
  <p:cmAuthor id="3002" name="未知的使用者127" initials="" lastIdx="0" clrIdx="3001"/>
  <p:cmAuthor id="3003" name="未知的使用者128" initials="" lastIdx="0" clrIdx="3002"/>
  <p:cmAuthor id="3004" name="未知的使用者124" initials="" lastIdx="0" clrIdx="3003"/>
  <p:cmAuthor id="3005" name="未知的使用者125" initials="" lastIdx="0" clrIdx="3004"/>
  <p:cmAuthor id="3006" name="Sara Chen" initials="" lastIdx="0" clrIdx="3005"/>
  <p:cmAuthor id="3007" name="huang gerrard" initials="" lastIdx="0" clrIdx="3006"/>
  <p:cmAuthor id="3008" name="MA15" initials="" lastIdx="0" clrIdx="3007"/>
  <p:cmAuthor id="3009" name="未知的使用者122" initials="" lastIdx="0" clrIdx="3008"/>
  <p:cmAuthor id="3010" name="Harry xu" initials="" lastIdx="0" clrIdx="3009"/>
  <p:cmAuthor id="3011" name="留毓吟" initials="留" lastIdx="0" clrIdx="3010"/>
  <p:cmAuthor id="3012" name="未知的使用者204" initials="未" lastIdx="0" clrIdx="3011"/>
  <p:cmAuthor id="3013" name="未知的使用者100" initials="未" lastIdx="0" clrIdx="3012"/>
  <p:cmAuthor id="3014" name="王 盛涛" initials="王" lastIdx="0" clrIdx="3013"/>
  <p:cmAuthor id="3015" name="peng song" initials="ps" lastIdx="0" clrIdx="3014"/>
  <p:cmAuthor id="3016" name="未知的使用者102" initials="未" lastIdx="0" clrIdx="3015"/>
  <p:cmAuthor id="3017" name="未知的使用者183" initials="未" lastIdx="0" clrIdx="3016"/>
  <p:cmAuthor id="3018" name="未知的使用者88" initials="未" lastIdx="0" clrIdx="3017"/>
  <p:cmAuthor id="3019" name="未知的使用者89" initials="未" lastIdx="0" clrIdx="3018"/>
  <p:cmAuthor id="3020" name="未知的使用者173" initials="未" lastIdx="0" clrIdx="3019"/>
  <p:cmAuthor id="3021" name="針對所選的門市進行小範圍實驗，捕捉驅動績效的關鍵影響因子" initials="針" lastIdx="0" clrIdx="3020"/>
  <p:cmAuthor id="3022" name="未知的使用者184" initials="未" lastIdx="0" clrIdx="3021"/>
  <p:cmAuthor id="3023" name="未知的使用者185" initials="未" lastIdx="0" clrIdx="3022"/>
  <p:cmAuthor id="3024" name="未知的使用者186" initials="未" lastIdx="0" clrIdx="3023"/>
  <p:cmAuthor id="3025" name="未知的使用者175" initials="未" lastIdx="0" clrIdx="3024"/>
  <p:cmAuthor id="3026" name="未知的使用者187" initials="未" lastIdx="0" clrIdx="3025"/>
  <p:cmAuthor id="3027" name="未知的使用者179" initials="未" lastIdx="0" clrIdx="3026"/>
  <p:cmAuthor id="3028" name="未知的使用者180" initials="未" lastIdx="0" clrIdx="3027"/>
  <p:cmAuthor id="3029" name="未知的使用者181" initials="未" lastIdx="0" clrIdx="3028"/>
  <p:cmAuthor id="3030" name="未知的使用者143" initials="未" lastIdx="0" clrIdx="3029"/>
  <p:cmAuthor id="3031" name="未知的使用者145" initials="未" lastIdx="0" clrIdx="3030"/>
  <p:cmAuthor id="3032" name="未知的使用者146" initials="未" lastIdx="0" clrIdx="3031"/>
  <p:cmAuthor id="3033" name="未知的使用者147" initials="未" lastIdx="0" clrIdx="3032"/>
  <p:cmAuthor id="3034" name="raymond luan" initials="r" lastIdx="0" clrIdx="3033"/>
  <p:cmAuthor id="3035" name="单 善" initials="单" lastIdx="0" clrIdx="3034"/>
  <p:cmAuthor id="3036" name="Unknown User25" initials="U" lastIdx="0" clrIdx="3035"/>
  <p:cmAuthor id="3037" name="Vicky" initials="V" lastIdx="0" clrIdx="3036"/>
  <p:cmAuthor id="3038" name="Unknown User11" initials="U" lastIdx="0" clrIdx="3037"/>
  <p:cmAuthor id="3039" name="未知的使用者114" initials="未" lastIdx="0" clrIdx="3038"/>
  <p:cmAuthor id="3040" name="Arno.Du(杜明星)" initials="A" lastIdx="0" clrIdx="3039"/>
  <p:cmAuthor id="3041" name="Yoyo Wu" initials="Y" lastIdx="0" clrIdx="3040"/>
  <p:cmAuthor id="3042" name="zhangbin" initials="z" lastIdx="0" clrIdx="3041"/>
  <p:cmAuthor id="3043" name="未知的使用者232" initials="" lastIdx="0" clrIdx="3042"/>
  <p:cmAuthor id="3044" name="Unknown User112" initials="U" lastIdx="0" clrIdx="3043"/>
  <p:cmAuthor id="3045" name="Unknown User59" initials="U" lastIdx="0" clrIdx="3044"/>
  <p:cmAuthor id="3046" name="Unknown User113" initials="U" lastIdx="0" clrIdx="3045"/>
  <p:cmAuthor id="3047" name="Unknown User114" initials="U" lastIdx="0" clrIdx="3046"/>
  <p:cmAuthor id="3048" name="Unknown User111" initials="U" lastIdx="0" clrIdx="3047"/>
  <p:cmAuthor id="3049" name="Unknown User63" initials="U" lastIdx="0" clrIdx="3048"/>
  <p:cmAuthor id="3050" name="Unknown User115" initials="U" lastIdx="0" clrIdx="3049"/>
  <p:cmAuthor id="3051" name="Unknown User116" initials="U" lastIdx="0" clrIdx="3050"/>
  <p:cmAuthor id="3052" name="Unknown User66" initials="U" lastIdx="0" clrIdx="3051"/>
  <p:cmAuthor id="3053" name="Unknown User67" initials="U" lastIdx="0" clrIdx="3052"/>
  <p:cmAuthor id="3054" name="Unknown User68" initials="U" lastIdx="0" clrIdx="3053"/>
  <p:cmAuthor id="3055" name="Unknown User69" initials="U" lastIdx="0" clrIdx="3054"/>
  <p:cmAuthor id="3056" name="James" initials="J" lastIdx="0" clrIdx="3055"/>
  <p:cmAuthor id="3057" name="Ted Su" initials="T" lastIdx="0" clrIdx="3056"/>
  <p:cmAuthor id="3058" name="未知的使用者162" initials="未" lastIdx="0" clrIdx="3057"/>
  <p:cmAuthor id="3059" name="未知的使用者163" initials="未" lastIdx="0" clrIdx="3058"/>
  <p:cmAuthor id="3060" name="未知的使用者165" initials="未" lastIdx="0" clrIdx="3059"/>
  <p:cmAuthor id="3061" name="未知的使用者148" initials="未" lastIdx="0" clrIdx="3060"/>
  <p:cmAuthor id="3062" name="未知的使用者149" initials="未" lastIdx="0" clrIdx="3061"/>
  <p:cmAuthor id="3063" name="未知的使用者166" initials="未" lastIdx="0" clrIdx="3062"/>
  <p:cmAuthor id="3064" name="未知的使用者160" initials="未" lastIdx="0" clrIdx="3063"/>
  <p:cmAuthor id="3065" name="未知的使用者168" initials="未" lastIdx="0" clrIdx="3064"/>
  <p:cmAuthor id="3066" name="未知用户140" initials="未" lastIdx="0" clrIdx="3065"/>
  <p:cmAuthor id="3067" name="未知的使用者178" initials="未" lastIdx="0" clrIdx="3066"/>
  <p:cmAuthor id="3068" name="未知的使用者190" initials="未" lastIdx="0" clrIdx="3067"/>
  <p:cmAuthor id="3069" name="未知的使用者192" initials="未" lastIdx="0" clrIdx="3068"/>
  <p:cmAuthor id="3070" name="未知的使用者193" initials="未" lastIdx="0" clrIdx="3069"/>
  <p:cmAuthor id="3071" name="未知的使用者209" initials="未" lastIdx="0" clrIdx="3070"/>
  <p:cmAuthor id="3072" name="未知的使用者210" initials="未" lastIdx="0" clrIdx="3071"/>
  <p:cmAuthor id="3073" name="未知的使用者211" initials="未" lastIdx="0" clrIdx="3072"/>
  <p:cmAuthor id="3074" name="未知的使用者212" initials="未" lastIdx="0" clrIdx="3073"/>
  <p:cmAuthor id="3075" name="未知的使用者213" initials="未" lastIdx="0" clrIdx="3074"/>
  <p:cmAuthor id="3076" name="未知的使用者214" initials="未" lastIdx="0" clrIdx="3075"/>
  <p:cmAuthor id="3077" name="未知的使用者215" initials="未" lastIdx="0" clrIdx="3076"/>
  <p:cmAuthor id="3078" name="未知的使用者217" initials="未" lastIdx="0" clrIdx="3077"/>
  <p:cmAuthor id="3079" name="未知的使用者218" initials="未" lastIdx="0" clrIdx="3078"/>
  <p:cmAuthor id="3080" name="未知的使用者219" initials="未" lastIdx="0" clrIdx="3079"/>
  <p:cmAuthor id="3081" name="未知的使用者152" initials="未" lastIdx="0" clrIdx="3080"/>
  <p:cmAuthor id="3082" name="未知的使用者153" initials="未" lastIdx="0" clrIdx="3081"/>
  <p:cmAuthor id="3083" name="未知的使用者156" initials="未" lastIdx="0" clrIdx="3082"/>
  <p:cmAuthor id="3084" name="未知的使用者157" initials="未" lastIdx="0" clrIdx="3083"/>
  <p:cmAuthor id="3085" name="未知的使用者161" initials="未" lastIdx="0" clrIdx="3084"/>
  <p:cmAuthor id="3086" name="未知的使用者151" initials="未" lastIdx="0" clrIdx="3085"/>
  <p:cmAuthor id="3087" name="未知的使用者132" initials="未" lastIdx="0" clrIdx="3086"/>
  <p:cmAuthor id="3088" name="未知的使用者164" initials="未" lastIdx="0" clrIdx="3087"/>
  <p:cmAuthor id="3089" name="未知的使用者172" initials="未" lastIdx="0" clrIdx="3088"/>
  <p:cmAuthor id="3090" name="未知的使用者174" initials="未" lastIdx="0" clrIdx="3089"/>
  <p:cmAuthor id="3091" name="未知的使用者176" initials="未" lastIdx="0" clrIdx="3090"/>
  <p:cmAuthor id="3092" name="未知的使用者247" initials="未" lastIdx="0" clrIdx="3091"/>
  <p:cmAuthor id="3093" name="未知的使用者250" initials="未" lastIdx="0" clrIdx="3092"/>
  <p:cmAuthor id="3094" name="未知的使用者251" initials="未" lastIdx="0" clrIdx="3093"/>
  <p:cmAuthor id="3095" name="未知的使用者246" initials="未" lastIdx="0" clrIdx="3094"/>
  <p:cmAuthor id="3096" name="未知的使用者224" initials="未" lastIdx="0" clrIdx="3095"/>
  <p:cmAuthor id="3097" name="未知的使用者252" initials="未" lastIdx="0" clrIdx="3096"/>
  <p:cmAuthor id="3098" name="未知的使用者227" initials="未" lastIdx="0" clrIdx="3097"/>
  <p:cmAuthor id="3099" name="未知的使用者229" initials="未" lastIdx="0" clrIdx="3098"/>
  <p:cmAuthor id="3100" name="未知的使用者230" initials="未" lastIdx="0" clrIdx="3099"/>
  <p:cmAuthor id="3101" name="未知的使用者256" initials="未" lastIdx="0" clrIdx="3100"/>
  <p:cmAuthor id="3102" name="未知的使用者233" initials="未" lastIdx="0" clrIdx="3101"/>
  <p:cmAuthor id="3103" name="未知的使用者234" initials="未" lastIdx="0" clrIdx="3102"/>
  <p:cmAuthor id="3104" name="未知的使用者235" initials="未" lastIdx="0" clrIdx="3103"/>
  <p:cmAuthor id="3105" name="M" initials="M" lastIdx="0" clrIdx="3104"/>
  <p:cmAuthor id="3106" name="未知的使用者257" initials="未" lastIdx="0" clrIdx="3105"/>
  <p:cmAuthor id="3107" name="未知的使用者238" initials="未" lastIdx="0" clrIdx="3106"/>
  <p:cmAuthor id="3108" name="未知的使用者239" initials="未" lastIdx="0" clrIdx="3107"/>
  <p:cmAuthor id="3109" name="未知的使用者240" initials="未" lastIdx="0" clrIdx="3108"/>
  <p:cmAuthor id="3110" name="未知的使用者241" initials="未" lastIdx="0" clrIdx="3109"/>
  <p:cmAuthor id="3111" name="未知的使用者242" initials="未" lastIdx="0" clrIdx="3110"/>
  <p:cmAuthor id="3112" name="未知的使用者258" initials="未" lastIdx="0" clrIdx="3111"/>
  <p:cmAuthor id="3113" name="未知的使用者259" initials="未" lastIdx="0" clrIdx="3112"/>
  <p:cmAuthor id="3114" name="未知的使用者260" initials="未" lastIdx="0" clrIdx="3113"/>
  <p:cmAuthor id="3115" name="未知的使用者262" initials="未" lastIdx="0" clrIdx="3114"/>
  <p:cmAuthor id="3116" name="未知的使用者263" initials="未" lastIdx="0" clrIdx="3115"/>
  <p:cmAuthor id="3117" name="未知的使用者265" initials="未" lastIdx="0" clrIdx="3116"/>
  <p:cmAuthor id="3118" name="未知的使用者266" initials="未" lastIdx="0" clrIdx="3117"/>
  <p:cmAuthor id="3119" name="未知的使用者267" initials="未" lastIdx="0" clrIdx="3118"/>
  <p:cmAuthor id="3120" name="未知的使用者268" initials="未" lastIdx="0" clrIdx="3119"/>
  <p:cmAuthor id="3121" name="未知的使用者269" initials="未" lastIdx="0" clrIdx="3120"/>
  <p:cmAuthor id="3122" name="刘晖" initials="刘" lastIdx="0" clrIdx="3121"/>
  <p:cmAuthor id="3123" name="lillian" initials="l" lastIdx="0" clrIdx="3122"/>
  <p:cmAuthor id="3124" name="順天" initials="順" lastIdx="0" clrIdx="3123"/>
  <p:cmAuthor id="3125" name="FanJQ" initials="F" lastIdx="0" clrIdx="3124"/>
  <p:cmAuthor id="3126" name="未知的使用者141" initials="未" lastIdx="0" clrIdx="3125"/>
  <p:cmAuthor id="3127" name="未知的使用者142" initials="未" lastIdx="0" clrIdx="3126"/>
  <p:cmAuthor id="3128" name="ll z" initials="l" lastIdx="0" clrIdx="3127"/>
  <p:cmAuthor id="3129" name="guanhh" initials="g" lastIdx="0" clrIdx="3128"/>
  <p:cmAuthor id="3130" name="aaaaaa apple" initials="a" lastIdx="0" clrIdx="3129"/>
  <p:cmAuthor id="3131" name="bu" initials="b" lastIdx="0" clrIdx="3130"/>
  <p:cmAuthor id="3132" name="win7" initials="w" lastIdx="0" clrIdx="3131"/>
  <p:cmAuthor id="3133" name="ye gusong" initials="y" lastIdx="0" clrIdx="3132"/>
  <p:cmAuthor id="3134" name="panjm" initials="p" lastIdx="0" clrIdx="3133"/>
  <p:cmAuthor id="3135" name="梅芬 吳" initials="梅" lastIdx="0" clrIdx="3134"/>
  <p:cmAuthor id="3136" name="Johnny Hsieh" initials="J" lastIdx="0" clrIdx="3135"/>
  <p:cmAuthor id="3137" name="孙" initials="孙" lastIdx="0" clrIdx="3136"/>
  <p:cmAuthor id="3138" name="liuchunhua199110" initials="l" lastIdx="0" clrIdx="3137"/>
  <p:cmAuthor id="3139" name="王嘉偉" initials="王" lastIdx="0" clrIdx="3138"/>
  <p:cmAuthor id="3140" name="catherine" initials="c" lastIdx="0" clrIdx="3139"/>
  <p:cmAuthor id="3141" name="未知的使用者136" initials="未" lastIdx="0" clrIdx="3140"/>
  <p:cmAuthor id="3142" name="未知的使用者137" initials="未" lastIdx="0" clrIdx="3141"/>
  <p:cmAuthor id="3143" name="未知的使用者139" initials="未" lastIdx="0" clrIdx="3142"/>
  <p:cmAuthor id="3144" name="未知的使用者200" initials="未" lastIdx="0" clrIdx="3143"/>
  <p:cmAuthor id="3145" name="未知的使用者194" initials="未" lastIdx="0" clrIdx="3144"/>
  <p:cmAuthor id="3146" name="未知的使用者201" initials="未" lastIdx="0" clrIdx="3145"/>
  <p:cmAuthor id="3147" name="未知的使用者171" initials="未" lastIdx="0" clrIdx="3146"/>
  <p:cmAuthor id="3148" name="未知的使用者195" initials="未" lastIdx="0" clrIdx="3147"/>
  <p:cmAuthor id="3149" name="未知的使用者203" initials="未" lastIdx="0" clrIdx="3148"/>
  <p:cmAuthor id="3150" name="未知用户282" initials="未" lastIdx="0" clrIdx="3149"/>
  <p:cmAuthor id="3151" name="未知用户283" initials="未" lastIdx="0" clrIdx="3150"/>
  <p:cmAuthor id="3152" name="WANGZF" initials="W" lastIdx="0" clrIdx="3151"/>
  <p:cmAuthor id="3153" name="yudi lin" initials="y" lastIdx="0" clrIdx="3152"/>
  <p:cmAuthor id="3154" name="赵 璐" initials="赵" lastIdx="0" clrIdx="3153"/>
  <p:cmAuthor id="3155" name="王丽君" initials="王" lastIdx="0" clrIdx="3154"/>
  <p:cmAuthor id="3156" name="wei muzi" initials="w" lastIdx="0" clrIdx="3155"/>
  <p:cmAuthor id="3157" name="�Ÿ�" initials="�" lastIdx="0" clrIdx="3156"/>
  <p:cmAuthor id="3158" name="liuzga" initials="l" lastIdx="0" clrIdx="3157"/>
  <p:cmAuthor id="3159" name="49554261@qq.com" initials="4" lastIdx="0" clrIdx="3158"/>
  <p:cmAuthor id="3160" name="未知的使用者155" initials="未" lastIdx="0" clrIdx="3159"/>
  <p:cmAuthor id="3161" name="Unknown User58" initials="U" lastIdx="0" clrIdx="3160"/>
  <p:cmAuthor id="3162" name="Unknown User55" initials="U" lastIdx="0" clrIdx="3161"/>
  <p:cmAuthor id="3163" name="Huipeng Cao" initials="H" lastIdx="0" clrIdx="3162"/>
  <p:cmAuthor id="3164" name="李 雷雨" initials="李" lastIdx="0" clrIdx="3163"/>
  <p:cmAuthor id="3165" name="91257" initials="9" lastIdx="0" clrIdx="3164"/>
  <p:cmAuthor id="3166" name="vicky" initials="v" lastIdx="0" clrIdx="3165"/>
  <p:cmAuthor id="3167" name="庆芳 许" initials="庆" lastIdx="0" clrIdx="3166"/>
  <p:cmAuthor id="3168" name="jerrychou" initials="j" lastIdx="0" clrIdx="3167"/>
  <p:cmAuthor id="3169" name="不明使用者12" initials="不" lastIdx="0" clrIdx="3168"/>
  <p:cmAuthor id="3170" name="不明使用者1" initials="不" lastIdx="0" clrIdx="3169"/>
  <p:cmAuthor id="3171" name="不明使用者2" initials="不" lastIdx="0" clrIdx="3170"/>
  <p:cmAuthor id="3172" name="不明使用者3" initials="不" lastIdx="0" clrIdx="3171"/>
  <p:cmAuthor id="3173" name="不明使用者4" initials="不" lastIdx="0" clrIdx="3172"/>
  <p:cmAuthor id="3174" name="不明使用者6" initials="不" lastIdx="0" clrIdx="3173"/>
  <p:cmAuthor id="3175" name="不明使用者5" initials="不" lastIdx="0" clrIdx="3174"/>
  <p:cmAuthor id="3176" name="不明使用者7" initials="不" lastIdx="0" clrIdx="3175"/>
  <p:cmAuthor id="3177" name="不明使用者8" initials="不" lastIdx="0" clrIdx="3176"/>
  <p:cmAuthor id="3178" name="不明使用者9" initials="不" lastIdx="0" clrIdx="3177"/>
  <p:cmAuthor id="3179" name="不明使用者10" initials="不" lastIdx="0" clrIdx="3178"/>
  <p:cmAuthor id="3180" name="不明使用者11" initials="不" lastIdx="0" clrIdx="3179"/>
  <p:cmAuthor id="3181" name="Carol Wu" initials="C" lastIdx="0" clrIdx="3180"/>
  <p:cmAuthor id="3182" name="敢 王" initials="敢" lastIdx="0" clrIdx="3181"/>
  <p:cmAuthor id="3183" name="邓 勇" initials="邓" lastIdx="0" clrIdx="3182"/>
  <p:cmAuthor id="3184" name="陈城" initials="陈" lastIdx="0" clrIdx="3183"/>
  <p:cmAuthor id="3185" name="Sharon" initials="S" lastIdx="0" clrIdx="3184"/>
  <p:cmAuthor id="3186" name="蓝礼健" initials="蓝" lastIdx="0" clrIdx="3185"/>
  <p:cmAuthor id="3187" name="shenbina" initials="s" lastIdx="0" clrIdx="3186"/>
  <p:cmAuthor id="3188" name="晓  曲" initials="晓" lastIdx="0" clrIdx="3187"/>
  <p:cmAuthor id="3189" name="frankyang" initials="f" lastIdx="0" clrIdx="3188"/>
  <p:cmAuthor id="3190" name="孟连磊" initials="孟" lastIdx="0" clrIdx="3189"/>
  <p:cmAuthor id="3191" name="書緯 洪" initials="書緯" lastIdx="0" clrIdx="3190"/>
  <p:cmAuthor id="3192" name="未知的使用者177" initials="未" lastIdx="0" clrIdx="3191"/>
  <p:cmAuthor id="3193" name="winner1 chan" initials="wc" lastIdx="0" clrIdx="3192"/>
  <p:cmAuthor id="3194" name="俊晔 邱" initials="俊" lastIdx="0" clrIdx="3193"/>
  <p:cmAuthor id="3195" name="annie.gts@outlook.com" initials="a" lastIdx="0" clrIdx="3194"/>
  <p:cmAuthor id="3196" name="杨 升格" initials="杨" lastIdx="0" clrIdx="3195"/>
  <p:cmAuthor id="3197" name="璇 安" initials="璇" lastIdx="0" clrIdx="3196"/>
  <p:cmAuthor id="3198" name="lxm" initials="l" lastIdx="0" clrIdx="3197"/>
  <p:cmAuthor id="3199" name="未知的使用者96" initials="未" lastIdx="0" clrIdx="3198"/>
  <p:cmAuthor id="3200" name="未知用户262" initials="未" lastIdx="0" clrIdx="3199"/>
  <p:cmAuthor id="3201" name="wangxinhui" initials="w" lastIdx="0" clrIdx="3200"/>
  <p:cmAuthor id="3202" name="未知用户381" initials="未" lastIdx="0" clrIdx="3201"/>
  <p:cmAuthor id="3203" name="NEWS_jEVnAVZZ" initials="authorId_343390808" lastIdx="0" clrIdx="3202"/>
  <p:cmAuthor id="3204" name="13957990458@139.com" initials="1" lastIdx="0" clrIdx="3203"/>
  <p:cmAuthor id="3205" name="仅此微微壹笑" initials="仅" lastIdx="0" clrIdx="3204"/>
  <p:cmAuthor id="3206" name="李江林_BBvuArei" initials="authorId_917069" lastIdx="0" clrIdx="3205"/>
  <p:cmAuthor id="3207" name="李 夏琳" initials="李" lastIdx="0" clrIdx="3206"/>
  <p:cmAuthor id="3208" name="Jeremy" initials="J" lastIdx="0" clrIdx="3207"/>
  <p:cmAuthor id="3209" name="吴 发强" initials="吴" lastIdx="0" clrIdx="3208"/>
  <p:cmAuthor id="3210" name="李卓_ZrQvAN36" initials="authorId_2036" lastIdx="0" clrIdx="3209"/>
  <p:cmAuthor id="3211" name="陈焕东_Bzi2IjqA" initials="authorId_8960" lastIdx="0" clrIdx="3210"/>
  <p:cmAuthor id="3212" name="唐亮_u67fmQNr" initials="authorId_2571" lastIdx="0" clrIdx="3211"/>
  <p:cmAuthor id="3213" name="翟慧君_jMnuR73M" initials="authorId_8671" lastIdx="0" clrIdx="3212"/>
  <p:cmAuthor id="3214" name="宋院林_FnuiMvqa" initials="authorId_6442" lastIdx="0" clrIdx="3213"/>
  <p:cmAuthor id="3215" name="陈伟_aQvqYNre" initials="authorId_93" lastIdx="0" clrIdx="3214"/>
  <p:cmAuthor id="3216" name="Jennifer Tian Jing" initials="jejing" lastIdx="0" clrIdx="3215"/>
  <p:cmAuthor id="3217" name="孙晓燕" initials="u" lastIdx="0" clrIdx="3216"/>
  <p:cmAuthor id="3218" name="Guo Tang" initials="gutang" lastIdx="0" clrIdx="3217"/>
  <p:cmAuthor id="3219" name="梁晋硕" initials="梁" lastIdx="0" clrIdx="3218"/>
  <p:cmAuthor id="3220" name="李强" initials="李" lastIdx="0" clrIdx="3219"/>
  <p:cmAuthor id="3221" name="tk" initials="t" lastIdx="0" clrIdx="3220"/>
  <p:cmAuthor id="3222" name="Peggy Lv" initials="P" lastIdx="0" clrIdx="3221"/>
  <p:cmAuthor id="3223" name="王森" initials="Z" lastIdx="0" clrIdx="3222"/>
  <p:cmAuthor id="3224" name="徐旭" initials="徐" lastIdx="0" clrIdx="3223"/>
  <p:cmAuthor id="3225" name="瞿雷达" initials="瞿" lastIdx="0" clrIdx="3224"/>
  <p:cmAuthor id="3226" name="李太伟" initials="李" lastIdx="0" clrIdx="3225"/>
  <p:cmAuthor id="3227" name="thinkpad" initials="t" lastIdx="0" clrIdx="3226"/>
  <p:cmAuthor id="3228" name="倪燕波" initials="倪" lastIdx="0" clrIdx="3227"/>
  <p:cmAuthor id="3229" name="董玉岭" initials="董" lastIdx="0" clrIdx="3228"/>
  <p:cmAuthor id="3230" name="翔宇" initials="翔" lastIdx="0" clrIdx="3229"/>
  <p:cmAuthor id="3231" name="zhums" initials="z" lastIdx="0" clrIdx="3230"/>
  <p:cmAuthor id="3232" name="wangqi01-lhe" initials="w" lastIdx="0" clrIdx="3231"/>
  <p:cmAuthor id="3233" name="jinxin" initials="j" lastIdx="0" clrIdx="3232"/>
  <p:cmAuthor id="3234" name="zml" initials="z" lastIdx="0" clrIdx="3233"/>
  <p:cmAuthor id="3235" name="86188" initials="8" lastIdx="0" clrIdx="3234"/>
  <p:cmAuthor id="3236" name="王 伟" initials="王" lastIdx="0" clrIdx="3235"/>
  <p:cmAuthor id="3237" name="daxx" initials="d" lastIdx="0" clrIdx="3236"/>
  <p:cmAuthor id="3238" name="xing luo" initials="x" lastIdx="0" clrIdx="3237"/>
  <p:cmAuthor id="3239" name="苏兴琳" initials="苏" lastIdx="0" clrIdx="3238"/>
  <p:cmAuthor id="3240" name="宋 歌" initials="宋" lastIdx="0" clrIdx="3239"/>
  <p:cmAuthor id="3241" name="许丽" initials="许" lastIdx="0" clrIdx="3240"/>
  <p:cmAuthor id="3242" name="exfeng" initials="e" lastIdx="0" clrIdx="3241"/>
  <p:cmAuthor id="3243" name="邹 宏松" initials="邹" lastIdx="0" clrIdx="3242"/>
  <p:cmAuthor id="3244" name="Yanan" initials="Y" lastIdx="0" clrIdx="3243"/>
  <p:cmAuthor id="3245" name="wangdw11" initials="w" lastIdx="0" clrIdx="3244"/>
  <p:cmAuthor id="3246" name="田雪君" initials="田" lastIdx="0" clrIdx="3245"/>
  <p:cmAuthor id="3247" name="邵建南" initials="邵" lastIdx="0" clrIdx="3246"/>
  <p:cmAuthor id="3248" name="范汗杰10197873" initials="范" lastIdx="0" clrIdx="3247"/>
  <p:cmAuthor id="3249" name="沙俊杰00140688" initials="沙" lastIdx="0" clrIdx="3248"/>
  <p:cmAuthor id="3250" name="田宇" initials="田" lastIdx="0" clrIdx="3249"/>
  <p:cmAuthor id="3251" name="쭸ง罤ง罨ง" initials="쭸" lastIdx="0" clrIdx="3250"/>
  <p:cmAuthor id="3252" name="谭开元/国寿协同部/总行信用卡中心/广发银行" initials="谭" lastIdx="0" clrIdx="3251"/>
  <p:cmAuthor id="3253" name="tslife" initials="t" lastIdx="0" clrIdx="3252"/>
  <p:cmAuthor id="3254" name="hanyi" initials="h" lastIdx="0" clrIdx="3253"/>
  <p:cmAuthor id="3255" name="huijy01" initials="h" lastIdx="0" clrIdx="3254"/>
  <p:cmAuthor id="3256" name="Office" initials="O" lastIdx="0" clrIdx="3255"/>
  <p:cmAuthor id="3257" name="雷晓宝" initials="雷" lastIdx="0" clrIdx="3256"/>
  <p:cmAuthor id="3258" name="xz2238" initials="x" lastIdx="0" clrIdx="3257"/>
  <p:cmAuthor id="3259" name="nimeng-lcq" initials="n" lastIdx="0" clrIdx="3258"/>
  <p:cmAuthor id="3260" name="韩 振武" initials="韩" lastIdx="0" clrIdx="3259"/>
  <p:cmAuthor id="3261" name="lingxiaomin" initials="l" lastIdx="0" clrIdx="3260"/>
  <p:cmAuthor id="3262" name="tanlihong-lhq" initials="t" lastIdx="0" clrIdx="3261"/>
  <p:cmAuthor id="3263" name="马跃" initials="马" lastIdx="0" clrIdx="3262"/>
  <p:cmAuthor id="3264" name="微山" initials="微" lastIdx="0" clrIdx="3263"/>
  <p:cmAuthor id="3265" name="jmtaiping" initials="j" lastIdx="0" clrIdx="3264"/>
  <p:cmAuthor id="3266" name="tianyu-lhq" initials="t" lastIdx="0" clrIdx="3265"/>
  <p:cmAuthor id="3267" name="张 淑茜" initials="张" lastIdx="0" clrIdx="3266"/>
  <p:cmAuthor id="3268" name="win" initials="w" lastIdx="0" clrIdx="3267"/>
  <p:cmAuthor id="3269" name="任 君" initials="任" lastIdx="0" clrIdx="3268"/>
  <p:cmAuthor id="3270" name="张云超" initials="张" lastIdx="0" clrIdx="3269"/>
  <p:cmAuthor id="3271" name="fang" initials="f" lastIdx="0" clrIdx="3270"/>
  <p:cmAuthor id="3272" name="杨景越" initials="杨" lastIdx="0" clrIdx="3271"/>
  <p:cmAuthor id="3273" name="XIAOYUN LUO" initials="X" lastIdx="0" clrIdx="3272"/>
  <p:cmAuthor id="3274" name="郑 晨辰" initials="郑" lastIdx="0" clrIdx="3273"/>
  <p:cmAuthor id="3275" name="11964" initials="1" lastIdx="0" clrIdx="3274"/>
  <p:cmAuthor id="3276" name="黄 霞" initials="黄" lastIdx="0" clrIdx="3275"/>
  <p:cmAuthor id="3277" name="培训部杨德意" initials="培" lastIdx="0" clrIdx="3276"/>
  <p:cmAuthor id="3278" name="mac" initials="m" lastIdx="0" clrIdx="3277"/>
  <p:cmAuthor id="3279" name="熊 轶" initials="熊" lastIdx="0" clrIdx="3278"/>
  <p:cmAuthor id="3280" name="张博" initials="张" lastIdx="0" clrIdx="3279"/>
  <p:cmAuthor id="3281" name="叶云年" initials="叶" lastIdx="0" clrIdx="3280"/>
  <p:cmAuthor id="3282" name="HE" initials="H" lastIdx="0" clrIdx="3281"/>
  <p:cmAuthor id="3283" name="振威 郑" initials="振" lastIdx="0" clrIdx="3282"/>
  <p:cmAuthor id="3284" name="w h" initials="w" lastIdx="0" clrIdx="3283"/>
  <p:cmAuthor id="3285" name="Lindsay Berg" initials="L" lastIdx="0" clrIdx="3284"/>
  <p:cmAuthor id="3286" name="Chris Wells" initials="C" lastIdx="0" clrIdx="3285"/>
  <p:cmAuthor id="3287" name="Karri Alexion-Tiernan" initials="K" lastIdx="0" clrIdx="3286"/>
  <p:cmAuthor id="3288" name="吴昊" initials="吴" lastIdx="0" clrIdx="3287"/>
  <p:cmAuthor id="3289" name="陈杰" initials="陈" lastIdx="0" clrIdx="3288"/>
  <p:cmAuthor id="3290" name="mahengbo" initials="m" lastIdx="0" clrIdx="3289"/>
  <p:cmAuthor id="3291" name="乔引弟-phq" initials="乔" lastIdx="0" clrIdx="3290"/>
  <p:cmAuthor id="3292" name="yuhui" initials="y" lastIdx="0" clrIdx="3291"/>
  <p:cmAuthor id="3293" name="王 先生" initials="王" lastIdx="0" clrIdx="3292"/>
  <p:cmAuthor id="3294" name="59484" initials="5" lastIdx="0" clrIdx="3293"/>
  <p:cmAuthor id="3295" name="wangjly" initials="w" lastIdx="0" clrIdx="3294"/>
  <p:cmAuthor id="3296" name="高乐鸣" initials="高" lastIdx="0" clrIdx="3295"/>
  <p:cmAuthor id="3297" name="jiapeng wong" initials="j" lastIdx="0" clrIdx="3296"/>
  <p:cmAuthor id="3298" name="张 皓" initials="张" lastIdx="0" clrIdx="3297"/>
  <p:cmAuthor id="3299" name="Chinalife" initials="C" lastIdx="0" clrIdx="3298"/>
  <p:cmAuthor id="3300" name="翟宇欣" initials="翟" lastIdx="0" clrIdx="3299"/>
  <p:cmAuthor id="3301" name="兖州" initials="兖" lastIdx="0" clrIdx="3300"/>
  <p:cmAuthor id="3302" name="美世教育" initials="美" lastIdx="0" clrIdx="3301"/>
  <p:cmAuthor id="3303" name="美式教育" initials="美" lastIdx="0" clrIdx="3302"/>
  <p:cmAuthor id="3304" name="Nie Xiaofei" initials="N" lastIdx="0" clrIdx="3303"/>
  <p:cmAuthor id="3305" name="忘记时间" initials="忘" lastIdx="0" clrIdx="3304"/>
  <p:cmAuthor id="3306" name="孟家兴" initials="孟" lastIdx="0" clrIdx="3305"/>
  <p:cmAuthor id="3307" name="菁 王" initials="菁" lastIdx="0" clrIdx="3306"/>
  <p:cmAuthor id="3308" name="汪 鑫宁" initials="汪" lastIdx="0" clrIdx="3307"/>
  <p:cmAuthor id="3309" name="Pong Henry" initials="P" lastIdx="0" clrIdx="3308"/>
  <p:cmAuthor id="3310" name="蔡宁波" initials="蔡" lastIdx="0" clrIdx="3309"/>
  <p:cmAuthor id="3311" name="xiechanghao-lsd" initials="x" lastIdx="0" clrIdx="3310"/>
  <p:cmAuthor id="3312" name="cly" initials="c" lastIdx="0" clrIdx="3311"/>
  <p:cmAuthor id="3313" name="丁 丁" initials="丁" lastIdx="0" clrIdx="3312"/>
  <p:cmAuthor id="3314" name="sunshasha-lsd" initials="s" lastIdx="0" clrIdx="3313"/>
  <p:cmAuthor id="3315" name="卢星星" initials="卢" lastIdx="0" clrIdx="3314"/>
  <p:cmAuthor id="3316" name="love1812" initials="l" lastIdx="0" clrIdx="3315"/>
  <p:cmAuthor id="3317" name="潇予" initials="潇" lastIdx="0" clrIdx="3316"/>
  <p:cmAuthor id="3318" name="温劭君" initials="温" lastIdx="0" clrIdx="3317"/>
  <p:cmAuthor id="3319" name="李 昊" initials="李" lastIdx="0" clrIdx="3318"/>
  <p:cmAuthor id="3320" name="林梓健" initials="林" lastIdx="0" clrIdx="3319"/>
  <p:cmAuthor id="3321" name="赵永倩" initials="赵" lastIdx="0" clrIdx="3320"/>
  <p:cmAuthor id="3322" name="李娜" initials="李" lastIdx="0" clrIdx="3321"/>
  <p:cmAuthor id="3323" name="GS" initials="G" lastIdx="0" clrIdx="3322"/>
  <p:cmAuthor id="3324" name="51176" initials="5" lastIdx="0" clrIdx="3323"/>
  <p:cmAuthor id="3325" name="xiaoshiwen" initials="x" lastIdx="0" clrIdx="3324"/>
  <p:cmAuthor id="3326" name="wujj43" initials="w" lastIdx="0" clrIdx="3325"/>
  <p:cmAuthor id="3327" name="邵 坷炜" initials="邵" lastIdx="0" clrIdx="3326"/>
  <p:cmAuthor id="3328" name="Tracy" initials="T" lastIdx="0" clrIdx="3327"/>
  <p:cmAuthor id="3329" name="chenbing02" initials="c" lastIdx="0" clrIdx="3328"/>
  <p:cmAuthor id="3330" name="whale king" initials="w" lastIdx="0" clrIdx="3329"/>
  <p:cmAuthor id="3331" name="雪贤 宋" initials="雪" lastIdx="0" clrIdx="3330"/>
  <p:cmAuthor id="3332" name="石 苗苗" initials="石" lastIdx="0" clrIdx="3331"/>
  <p:cmAuthor id="3333" name="黄彩云" initials="黄" lastIdx="0" clrIdx="3332"/>
  <p:cmAuthor id="3334" name="Yang" initials="Y" lastIdx="0" clrIdx="3333"/>
  <p:cmAuthor id="3335" name="欢 韩" initials="欢" lastIdx="0" clrIdx="3334"/>
  <p:cmAuthor id="3336" name="张蕊" initials="张" lastIdx="0" clrIdx="3335"/>
  <p:cmAuthor id="3337" name="马 强" initials="马" lastIdx="0" clrIdx="3336"/>
  <p:cmAuthor id="3338" name="huangyh6" initials="h" lastIdx="0" clrIdx="3337"/>
  <p:cmAuthor id="3339" name="liliana" initials="l" lastIdx="0" clrIdx="3338"/>
  <p:cmAuthor id="3340" name="吴萍" initials="吴" lastIdx="0" clrIdx="3339"/>
  <p:cmAuthor id="3341" name="卢侃侃" initials="卢" lastIdx="0" clrIdx="3340"/>
  <p:cmAuthor id="3342" name="zm8480" initials="z" lastIdx="0" clrIdx="3341"/>
  <p:cmAuthor id="3343" name="群 史" initials="群" lastIdx="0" clrIdx="3342"/>
  <p:cmAuthor id="3344" name="Achex" initials="A" lastIdx="0" clrIdx="3343"/>
  <p:cmAuthor id="3345" name="汪庆涛" initials="汪" lastIdx="0" clrIdx="3344"/>
  <p:cmAuthor id="3346" name="罗 祎嘉" initials="罗" lastIdx="0" clrIdx="3345"/>
  <p:cmAuthor id="3347" name="付 维维" initials="付" lastIdx="0" clrIdx="3346"/>
  <p:cmAuthor id="3348" name="锦江—阿昊" initials="锦" lastIdx="0" clrIdx="3347"/>
  <p:cmAuthor id="3349" name="lu li" initials="l" lastIdx="0" clrIdx="3348"/>
  <p:cmAuthor id="3350" name="llf" initials="l" lastIdx="0" clrIdx="3349"/>
  <p:cmAuthor id="3351" name="回收一" initials="回" lastIdx="0" clrIdx="3350"/>
  <p:cmAuthor id="3352" name="小兑" initials="小" lastIdx="0" clrIdx="3351"/>
  <p:cmAuthor id="3353" name="13043" initials="1" lastIdx="0" clrIdx="3352"/>
  <p:cmAuthor id="3354" name="stxiaof@163.com" initials="s" lastIdx="0" clrIdx="3353"/>
  <p:cmAuthor id="3355" name="ZCH" initials="Z" lastIdx="0" clrIdx="3354"/>
  <p:cmAuthor id="3356" name="陈树权" initials="陈" lastIdx="0" clrIdx="3355"/>
  <p:cmAuthor id="3357" name="八妹" initials="八" lastIdx="0" clrIdx="3356"/>
  <p:cmAuthor id="3358" name="刘 思蜀" initials="刘" lastIdx="0" clrIdx="3357"/>
  <p:cmAuthor id="3359" name="蒋煜" initials="蒋" lastIdx="0" clrIdx="3358"/>
  <p:cmAuthor id="3360" name="16104" initials="1" lastIdx="0" clrIdx="3359"/>
  <p:cmAuthor id="3361" name="chenxh" initials="c" lastIdx="0" clrIdx="3360"/>
  <p:cmAuthor id="3362" name="125204404@qq.com" initials="1" lastIdx="0" clrIdx="3361"/>
  <p:cmAuthor id="3363" name="柳岸" initials="柳" lastIdx="0" clrIdx="3362"/>
  <p:cmAuthor id="3364" name="Frankie" initials="F" lastIdx="0" clrIdx="3363"/>
  <p:cmAuthor id="3365" name="linfang" initials="l" lastIdx="0" clrIdx="3364"/>
  <p:cmAuthor id="3366" name="14413259" initials="1" lastIdx="0" clrIdx="3365"/>
  <p:cmAuthor id="3367" name="王振宇" initials="王" lastIdx="0" clrIdx="3366"/>
  <p:cmAuthor id="3368" name="康晓宇" initials="康" lastIdx="0" clrIdx="3367"/>
  <p:cmAuthor id="3369" name="Eric Shen" initials="E" lastIdx="0" clrIdx="3368"/>
  <p:cmAuthor id="3370" name="唐仲志" initials="唐" lastIdx="0" clrIdx="3369"/>
  <p:cmAuthor id="3371" name="刘乾勇" initials="刘" lastIdx="0" clrIdx="3370"/>
  <p:cmAuthor id="3372" name="丁 文文" initials="丁" lastIdx="0" clrIdx="3371"/>
  <p:cmAuthor id="3373" name="asuwin" initials="a" lastIdx="0" clrIdx="3372"/>
  <p:cmAuthor id="3374" name="TYZzz" initials="T" lastIdx="0" clrIdx="3373"/>
  <p:cmAuthor id="3375" name="2307" initials="2" lastIdx="0" clrIdx="3374"/>
  <p:cmAuthor id="3376" name="USER-SSQC025" initials="U" lastIdx="0" clrIdx="3375"/>
  <p:cmAuthor id="3377" name="方 周" initials="方" lastIdx="0" clrIdx="3376"/>
  <p:cmAuthor id="3378" name="wang luyan" initials="w" lastIdx="0" clrIdx="3377"/>
  <p:cmAuthor id="3379" name="Happy" initials="H" lastIdx="0" clrIdx="3378"/>
  <p:cmAuthor id="3380" name="Wenjing Zhang" initials="W" lastIdx="0" clrIdx="3379"/>
  <p:cmAuthor id="3381" name="李 里" initials="李" lastIdx="0" clrIdx="3380"/>
  <p:cmAuthor id="3382" name="Lennox" initials="L" lastIdx="0" clrIdx="3381"/>
  <p:cmAuthor id="3383" name="li kai" initials="l" lastIdx="0" clrIdx="3382"/>
  <p:cmAuthor id="3384" name="public" initials="p" lastIdx="0" clrIdx="3383"/>
  <p:cmAuthor id="3385" name="袁银娟_NruuqER3" initials="袁" lastIdx="0" clrIdx="3384"/>
  <p:cmAuthor id="3386" name="董爽爽" initials="董" lastIdx="0" clrIdx="3385"/>
  <p:cmAuthor id="3387" name="张宇婵" initials="张" lastIdx="0" clrIdx="3386"/>
  <p:cmAuthor id="3388" name="gocheck" initials="g" lastIdx="0" clrIdx="3387"/>
  <p:cmAuthor id="3389" name="19620" initials="1" lastIdx="0" clrIdx="3388"/>
  <p:cmAuthor id="3390" name="蒙阴收展部" initials="蒙" lastIdx="0" clrIdx="3389"/>
  <p:cmAuthor id="3391" name="29142" initials="2" lastIdx="0" clrIdx="3390"/>
  <p:cmAuthor id="3392" name="82167" initials="8" lastIdx="0" clrIdx="3391"/>
  <p:cmAuthor id="3393" name="冰 毅" initials="冰" lastIdx="0" clrIdx="3392"/>
  <p:cmAuthor id="3394" name="Surface" initials="S" lastIdx="0" clrIdx="3393"/>
  <p:cmAuthor id="3395" name="comclic" initials="c" lastIdx="0" clrIdx="3394"/>
  <p:cmAuthor id="3396" name="86189" initials="8" lastIdx="0" clrIdx="3395"/>
  <p:cmAuthor id="3397" name="彬彬的小可爱" initials="彬" lastIdx="0" clrIdx="3396"/>
  <p:cmAuthor id="3398" name="君旁一人" initials="君" lastIdx="0" clrIdx="3397"/>
  <p:cmAuthor id="3399" name="ax-" initials="a" lastIdx="0" clrIdx="3398"/>
  <p:cmAuthor id="3400" name="1971717159@qq.com" initials="1" lastIdx="0" clrIdx="3399"/>
  <p:cmAuthor id="3401" name="li" initials="l" lastIdx="0" clrIdx="3400"/>
  <p:cmAuthor id="3402" name="he'gang" initials="h" lastIdx="0" clrIdx="3401"/>
  <p:cmAuthor id="3403" name="86176" initials="8" lastIdx="0" clrIdx="3402"/>
  <p:cmAuthor id="3404" name="PCC" initials="P" lastIdx="0" clrIdx="3403"/>
  <p:cmAuthor id="3405" name="王卓" initials="王" lastIdx="0" clrIdx="3404"/>
  <p:cmAuthor id="3406" name="lee" initials="l" lastIdx="0" clrIdx="3405"/>
  <p:cmAuthor id="3407" name="wuxiaomei1" initials="w" lastIdx="0" clrIdx="3406"/>
  <p:cmAuthor id="3408" name="chenjieying" initials="c" lastIdx="0" clrIdx="3407"/>
  <p:cmAuthor id="3409" name="pengliyuan" initials="p" lastIdx="0" clrIdx="3408"/>
  <p:cmAuthor id="3410" name="huangkaozhong" initials="h" lastIdx="0" clrIdx="3409"/>
  <p:cmAuthor id="3411" name="caiye" initials="c" lastIdx="0" clrIdx="3410"/>
  <p:cmAuthor id="3412" name="Hong, Yanling [JJPCN]" initials="H" lastIdx="0" clrIdx="3411"/>
  <p:cmAuthor id="3413" name="86136" initials="8" lastIdx="0" clrIdx="3412"/>
  <p:cmAuthor id="3414" name="Ansel Liu 刘晖" initials="A" lastIdx="0" clrIdx="3413"/>
  <p:cmAuthor id="3415" name="马玥" initials="马" lastIdx="0" clrIdx="3414"/>
  <p:cmAuthor id="3416" name="lingwei.huang 黄灵伟 &lt;lingwei.huang@goodbaby.com&gt;" initials="l" lastIdx="0" clrIdx="3415"/>
  <p:cmAuthor id="3417" name="hxl1112" initials="h" lastIdx="0" clrIdx="3416"/>
  <p:cmAuthor id="3418" name="USER-" initials="U" lastIdx="0" clrIdx="3417"/>
  <p:cmAuthor id="3419" name="一鸣 周" initials="一" lastIdx="0" clrIdx="3418"/>
  <p:cmAuthor id="3420" name="韵 江" initials="韵" lastIdx="0" clrIdx="3419"/>
  <p:cmAuthor id="3421" name="穆 杨禹" initials="穆" lastIdx="0" clrIdx="3420"/>
  <p:cmAuthor id="3422" name="Miss" initials="M" lastIdx="0" clrIdx="3421"/>
  <p:cmAuthor id="3423" name="崔欣欣" initials="崔" lastIdx="0" clrIdx="3422"/>
  <p:cmAuthor id="3424" name="Duke" initials="D" lastIdx="0" clrIdx="3423"/>
  <p:cmAuthor id="3425" name="SHEN" initials="S" lastIdx="0" clrIdx="3424"/>
  <p:cmAuthor id="3426" name="bjdan" initials="b" lastIdx="0" clrIdx="3425"/>
  <p:cmAuthor id="3427" name="yan" initials="y" lastIdx="0" clrIdx="3426"/>
  <p:cmAuthor id="3428" name="lixiaotong-ghq" initials="l" lastIdx="0" clrIdx="3427"/>
  <p:cmAuthor id="3429" name="huangmei17" initials="h" lastIdx="0" clrIdx="3428"/>
  <p:cmAuthor id="3430" name="管 晨光" initials="管" lastIdx="0" clrIdx="3429"/>
  <p:cmAuthor id="3431" name="李 菲亚" initials="李" lastIdx="0" clrIdx="3430"/>
  <p:cmAuthor id="3432" name="j" initials="j" lastIdx="0" clrIdx="3431"/>
  <p:cmAuthor id="3433" name="冯俊" initials="冯" lastIdx="0" clrIdx="3432"/>
  <p:cmAuthor id="3434" name="冯 俊" initials="冯" lastIdx="0" clrIdx="3433"/>
  <p:cmAuthor id="3435" name="w00100437" initials="w" lastIdx="0" clrIdx="3434"/>
  <p:cmAuthor id="3436" name="陈元杰" initials="陈" lastIdx="0" clrIdx="3435"/>
  <p:cmAuthor id="3437" name="可爱的雅君" initials="可" lastIdx="0" clrIdx="3436"/>
  <p:cmAuthor id="3438" name="小夭" initials="小" lastIdx="0" clrIdx="3437"/>
  <p:cmAuthor id="3439" name="熳 张" initials="熳" lastIdx="0" clrIdx="3438"/>
  <p:cmAuthor id="3440" name="Unknown User2" initials="U" lastIdx="0" clrIdx="3439"/>
  <p:cmAuthor id="3441" name="Sophia YAO" initials="S" lastIdx="0" clrIdx="3440"/>
  <p:cmAuthor id="3442" name="杜静" initials="杜" lastIdx="0" clrIdx="3441"/>
  <p:cmAuthor id="3443" name="赵博洋(L. D.)" initials="赵" lastIdx="0" clrIdx="3442"/>
  <p:cmAuthor id="3444" name="郑由星_外网" initials="郑" lastIdx="0" clrIdx="3443"/>
  <p:cmAuthor id="3445" name="449030419@qq.com" initials="4" lastIdx="0" clrIdx="3444"/>
  <p:cmAuthor id="3446" name="沈 秀敏" initials="沈" lastIdx="0" clrIdx="3445"/>
  <p:cmAuthor id="3447" name="Lzy" initials="L" lastIdx="0" clrIdx="3446"/>
  <p:cmAuthor id="3448" name="张桓瑜" initials="张" lastIdx="0" clrIdx="3447"/>
  <p:cmAuthor id="3449" name="桑楠" initials="桑" lastIdx="0" clrIdx="3448"/>
  <p:cmAuthor id="3450" name="罗柏" initials="罗" lastIdx="0" clrIdx="3449"/>
  <p:cmAuthor id="3451" name="书生" initials="书" lastIdx="0" clrIdx="3450"/>
  <p:cmAuthor id="3452" name="卢 伟" initials="卢" lastIdx="0" clrIdx="3451"/>
  <p:cmAuthor id="3453" name="海丽" initials="海" lastIdx="0" clrIdx="3452"/>
  <p:cmAuthor id="3454" name="张学泉" initials="张" lastIdx="0" clrIdx="3453"/>
  <p:cmAuthor id="3455" name="Zoe" initials="Z" lastIdx="0" clrIdx="3454"/>
  <p:cmAuthor id="3456" name="62641" initials="6" lastIdx="0" clrIdx="3455"/>
  <p:cmAuthor id="3457" name="朱芳" initials="朱" lastIdx="0" clrIdx="3456"/>
  <p:cmAuthor id="3458" name="志龙 姜" initials="志" lastIdx="0" clrIdx="3457"/>
  <p:cmAuthor id="3459" name="崔艳鹏" initials="崔" lastIdx="0" clrIdx="3458"/>
  <p:cmAuthor id="3460" name="Gufei Sun" initials="G" lastIdx="0" clrIdx="3459"/>
  <p:cmAuthor id="3461" name="沈 霏" initials="沈" lastIdx="0" clrIdx="3460"/>
  <p:cmAuthor id="3462" name="wency" initials="w" lastIdx="0" clrIdx="3461"/>
  <p:cmAuthor id="3463" name="hm" initials="h" lastIdx="0" clrIdx="3462"/>
  <p:cmAuthor id="3464" name="Unknown User1" initials="U" lastIdx="0" clrIdx="3463"/>
  <p:cmAuthor id="3465" name="zxl" initials="z" lastIdx="0" clrIdx="3464"/>
  <p:cmAuthor id="3466" name="Roy Hwang" initials="R" lastIdx="0" clrIdx="3465"/>
  <p:cmAuthor id="3467" name="jiaxiangrui" initials="j" lastIdx="0" clrIdx="3466"/>
  <p:cmAuthor id="3468" name="王敏" initials="王" lastIdx="0" clrIdx="3467"/>
  <p:cmAuthor id="3469" name="富瑞 富瑞" initials="富" lastIdx="0" clrIdx="3468"/>
  <p:cmAuthor id="3470" name="Hua Zhang" initials="H" lastIdx="0" clrIdx="3469"/>
  <p:cmAuthor id="3471" name="李雪雯" initials="李" lastIdx="0" clrIdx="3470"/>
  <p:cmAuthor id="3472" name="张闯" initials="张" lastIdx="0" clrIdx="3471"/>
  <p:cmAuthor id="3473" name="白婧怡" initials="白" lastIdx="0" clrIdx="3472"/>
  <p:cmAuthor id="3474" name="任 明聪" initials="任" lastIdx="0" clrIdx="3473"/>
  <p:cmAuthor id="3475" name="运营管理部综合员" initials="lxz" lastIdx="0" clrIdx="3474"/>
  <p:cmAuthor id="3476" name="孙海政" initials="孙" lastIdx="0" clrIdx="3475"/>
  <p:cmAuthor id="3477" name="万薇" initials="万" lastIdx="0" clrIdx="3476"/>
  <p:cmAuthor id="3478" name="田彤" initials="田" lastIdx="0" clrIdx="3477"/>
  <p:cmAuthor id="3479" name="朱斌" initials="朱" lastIdx="0" clrIdx="3478"/>
  <p:cmAuthor id="3480" name="吴 杰" initials="吴" lastIdx="0" clrIdx="3479"/>
  <p:cmAuthor id="3481" name="李蔷" initials="LQ" lastIdx="0" clrIdx="3480"/>
  <p:cmAuthor id="3482" name="刘翠翠" initials="刘" lastIdx="0" clrIdx="3481"/>
  <p:cmAuthor id="3483" name="王兆元" initials="王" lastIdx="0" clrIdx="3482"/>
  <p:cmAuthor id="3484" name="虫儿" initials="虫" lastIdx="0" clrIdx="3483"/>
  <p:cmAuthor id="3485" name="欧LS" initials="欧" lastIdx="0" clrIdx="3484"/>
  <p:cmAuthor id="3486" name="ʚ吴倩ɞ" initials="ʚ" lastIdx="0" clrIdx="3485"/>
  <p:cmAuthor id="3487" name="我最强大的肌肉是心脏" initials="我" lastIdx="0" clrIdx="3486"/>
  <p:cmAuthor id="3488" name="⚀⚁⚂⚃⚄⚅༄" initials="⚀" lastIdx="0" clrIdx="3487"/>
  <p:cmAuthor id="3489" name="MSL-吕爱华～Elva" initials="M" lastIdx="0" clrIdx="3488"/>
  <p:cmAuthor id="3490" name="流年suyuelei" initials="流" lastIdx="0" clrIdx="3489"/>
  <p:cmAuthor id="3491" name="覃靳" initials="覃" lastIdx="0" clrIdx="3490"/>
  <p:cmAuthor id="3492" name="青灯" initials="青" lastIdx="0" clrIdx="3491"/>
  <p:cmAuthor id="3493" name="赵梅" initials="赵" lastIdx="0" clrIdx="3492"/>
  <p:cmAuthor id="3494" name="RUNNING MAO" initials="R" lastIdx="0" clrIdx="3493"/>
  <p:cmAuthor id="3495" name="WL" initials="W" lastIdx="0" clrIdx="3494"/>
  <p:cmAuthor id="3496" name="宋吉利" initials="宋" lastIdx="0" clrIdx="3495"/>
  <p:cmAuthor id="3497" name="金晓珊" initials="金" lastIdx="0" clrIdx="3496"/>
  <p:cmAuthor id="3498" name="郭涛" initials="郭" lastIdx="0" clrIdx="3497"/>
  <p:cmAuthor id="3499" name="沈函洁" initials="沈" lastIdx="0" clrIdx="3498"/>
  <p:cmAuthor id="3500" name="杨超" initials="杨" lastIdx="0" clrIdx="3499"/>
  <p:cmAuthor id="3501" name="Andy" initials="A" lastIdx="0" clrIdx="3500"/>
  <p:cmAuthor id="3502" name="斐斐" initials="斐" lastIdx="0" clrIdx="3501"/>
  <p:cmAuthor id="3503" name="惠子。" initials="惠" lastIdx="0" clrIdx="3502"/>
  <p:cmAuthor id="3504" name="WPS_246929439" initials="W" lastIdx="0" clrIdx="3503"/>
  <p:cmAuthor id="3505" name="ZJKai" initials="Z" lastIdx="0" clrIdx="3504"/>
  <p:cmAuthor id="3506" name=" penny潘" initials=" " lastIdx="0" clrIdx="3505"/>
  <p:cmAuthor id="3507" name="咚咚" initials="咚" lastIdx="0" clrIdx="3506"/>
  <p:cmAuthor id="3508" name="Ming" initials="M" lastIdx="0" clrIdx="3507"/>
  <p:cmAuthor id="3509" name="丁书梅" initials="丁" lastIdx="0" clrIdx="3508"/>
  <p:cmAuthor id="3510" name="^_^瑶瑶" initials="^" lastIdx="0" clrIdx="3509"/>
  <p:cmAuthor id="3511" name="虞灵镓" initials="虞" lastIdx="0" clrIdx="3510"/>
  <p:cmAuthor id="3512" name="杨兴" initials="杨" lastIdx="0" clrIdx="3511"/>
  <p:cmAuthor id="3513" name="曹晨" initials="曹" lastIdx="0" clrIdx="3512"/>
  <p:cmAuthor id="3514" name="Zhiming Wei/CHN" initials="ZW" lastIdx="0" clrIdx="3513"/>
  <p:cmAuthor id="3515" name="wei zhiming" initials="wz" lastIdx="0" clrIdx="3514"/>
  <p:cmAuthor id="3516" name="Ch0ngY1n" initials="C" lastIdx="0" clrIdx="3515"/>
  <p:cmAuthor id="3517" name="的鹿" initials="的" lastIdx="0" clrIdx="3516"/>
  <p:cmAuthor id="3518" name="≡" initials="≡" lastIdx="0" clrIdx="3517"/>
  <p:cmAuthor id="3519" name="朱莹" initials="朱" lastIdx="0" clrIdx="3518"/>
  <p:cmAuthor id="3520" name="桃李不言，下自成蹊" initials="桃" lastIdx="0" clrIdx="3519"/>
  <p:cmAuthor id="3521" name="楠張" initials="楠" lastIdx="0" clrIdx="3520"/>
  <p:cmAuthor id="3522" name="马欣" initials="马" lastIdx="0" clrIdx="3521"/>
  <p:cmAuthor id="3523" name="飞博士™" initials="飞" lastIdx="0" clrIdx="3522"/>
  <p:cmAuthor id="3524" name="俏*" initials="俏" lastIdx="0" clrIdx="3523"/>
  <p:cmAuthor id="3525" name="刘" initials="刘" lastIdx="0" clrIdx="3524"/>
  <p:cmAuthor id="3526" name="VICTOR、、、气弥芯" initials="V" lastIdx="0" clrIdx="3525"/>
  <p:cmAuthor id="3527" name="杨航" initials="杨" lastIdx="0" clrIdx="3526"/>
  <p:cmAuthor id="3528" name="金玲" initials="金" lastIdx="0" clrIdx="3527"/>
  <p:cmAuthor id="3529" name="苒染✨" initials="苒" lastIdx="0" clrIdx="3528"/>
  <p:cmAuthor id="3530" name="迷人的念" initials="迷人的念" lastIdx="0" clrIdx="3529"/>
  <p:cmAuthor id="3531" name="彭群" initials="彭群" lastIdx="0" clrIdx="3530"/>
  <p:cmAuthor id="3532" name="..." initials="." lastIdx="0" clrIdx="3531"/>
  <p:cmAuthor id="3533" name="李晓艳" initials="李" lastIdx="0" clrIdx="3532"/>
  <p:cmAuthor id="3534" name="晓·霍格" initials="晓" lastIdx="0" clrIdx="3533"/>
  <p:cmAuthor id="3535" name="到底意难平" initials="到" lastIdx="0" clrIdx="3534"/>
  <p:cmAuthor id="3536" name="朝五晚九。" initials="朝" lastIdx="0" clrIdx="3535"/>
  <p:cmAuthor id="3537" name="    1874，" initials=" " lastIdx="0" clrIdx="3536"/>
  <p:cmAuthor id="3538" name="祝尔雯" initials="祝" lastIdx="0" clrIdx="3537"/>
  <p:cmAuthor id="3539" name="孙兰" initials="孙" lastIdx="0" clrIdx="3538"/>
  <p:cmAuthor id="3540" name="秦琴" initials="秦" lastIdx="0" clrIdx="3539"/>
  <p:cmAuthor id="3541" name="黑飞" initials="黑" lastIdx="0" clrIdx="3540"/>
  <p:cmAuthor id="3542" name="太平林" initials="太" lastIdx="0" clrIdx="3541"/>
  <p:cmAuthor id="3543" name="8226982966" initials="8" lastIdx="0" clrIdx="3542"/>
  <p:cmAuthor id="3544" name="胡振海" initials="胡" lastIdx="0" clrIdx="3543"/>
  <p:cmAuthor id="3545" name="岩岩岩六子" initials="岩" lastIdx="0" clrIdx="3544"/>
  <p:cmAuthor id="3546" name="156****4961" initials="1" lastIdx="0" clrIdx="3545"/>
  <p:cmAuthor id="3547" name="1395raincoat" initials="1" lastIdx="0" clrIdx="3546"/>
  <p:cmAuthor id="3548" name="黄埔" initials="黄" lastIdx="0" clrIdx="3547"/>
  <p:cmAuthor id="3549" name=" 毛宇（Kevin）" initials=" " lastIdx="0" clrIdx="3548"/>
  <p:cmAuthor id="3550" name="程玉白" initials="程" lastIdx="0" clrIdx="3549"/>
  <p:cmAuthor id="3551" name="郭洁" initials="guojie" lastIdx="0" clrIdx="3550"/>
  <p:cmAuthor id="3552" name="吴冰彬" initials="吴" lastIdx="0" clrIdx="3551"/>
  <p:cmAuthor id="3553" name="顾" initials="顾" lastIdx="0" clrIdx="3552"/>
  <p:cmAuthor id="3554" name="Trimester" initials="T" lastIdx="0" clrIdx="3553"/>
  <p:cmAuthor id="3555" name="沙漏" initials="沙" lastIdx="0" clrIdx="3554"/>
  <p:cmAuthor id="3556" name="眠玉mina" initials="眠" lastIdx="0" clrIdx="3555"/>
  <p:cmAuthor id="3557" name="xuefeng han" initials="xh" lastIdx="0" clrIdx="3556"/>
  <p:cmAuthor id="3558" name="张建勇" initials="u" lastIdx="0" clrIdx="3557"/>
  <p:cmAuthor id="3559" name="zhujun" initials="z" lastIdx="0" clrIdx="3558"/>
  <p:cmAuthor id="3560" name="郭 浩" initials="郭" lastIdx="0" clrIdx="3559"/>
  <p:cmAuthor id="3561" name="张燕" initials="MSOffice" lastIdx="0" clrIdx="3560"/>
  <p:cmAuthor id="3562" name="unicom" initials="" lastIdx="0" clrIdx="3561"/>
  <p:cmAuthor id="3563" name="00065088" initials="0" lastIdx="0" clrIdx="3562"/>
  <p:cmAuthor id="3564" name="10066351" initials="1" lastIdx="0" clrIdx="3563"/>
  <p:cmAuthor id="3565" name="蔡建楠" initials="caijianna" lastIdx="0" clrIdx="3564"/>
  <p:cmAuthor id="3566" name="赵诚荣10027092" initials="赵" lastIdx="0" clrIdx="3565"/>
  <p:cmAuthor id="3567" name="未知用户284" initials="未" lastIdx="0" clrIdx="3566"/>
  <p:cmAuthor id="3568" name="zhangh1367" initials="z" lastIdx="0" clrIdx="3567"/>
  <p:cmAuthor id="3569" name="wyz" initials="w" lastIdx="0" clrIdx="3568"/>
  <p:cmAuthor id="3570" name="10270945" initials="1" lastIdx="0" clrIdx="3569"/>
  <p:cmAuthor id="3571" name="10295142" initials="1" lastIdx="0" clrIdx="3570"/>
  <p:cmAuthor id="3572" name="Hou Yingfeng" initials="H" lastIdx="0" clrIdx="3571"/>
  <p:cmAuthor id="3573" name="10056791" initials="ZTE" lastIdx="0" clrIdx="3572"/>
  <p:cmAuthor id="3574" name="盛新鹏" initials="盛" lastIdx="0" clrIdx="3573"/>
  <p:cmAuthor id="3575" name="mazhen" initials="m" lastIdx="0" clrIdx="3574"/>
  <p:cmAuthor id="3576" name="关全全10258021" initials="关全全10258021" lastIdx="0" clrIdx="3575"/>
  <p:cmAuthor id="3577" name="黄珂10009187" initials="黄珂10009187" lastIdx="0" clrIdx="3576"/>
  <p:cmAuthor id="3578" name="赵欣" initials="zx" lastIdx="0" clrIdx="3577"/>
  <p:cmAuthor id="3579" name="10209970" initials="1" lastIdx="0" clrIdx="3578"/>
  <p:cmAuthor id="3580" name="10133177" initials="1" lastIdx="0" clrIdx="3579"/>
  <p:cmAuthor id="3581" name="10072453" initials="1" lastIdx="0" clrIdx="3580"/>
  <p:cmAuthor id="3582" name="10319231" initials="1" lastIdx="0" clrIdx="3581"/>
  <p:cmAuthor id="3583" name="wangey11" initials="w" lastIdx="0" clrIdx="3582"/>
  <p:cmAuthor id="3584" name="wyao8" initials="w" lastIdx="0" clrIdx="3583"/>
  <p:cmAuthor id="3585" name="常秋月" initials="常" lastIdx="0" clrIdx="3584"/>
  <p:cmAuthor id="3586" name="wangyishi (A)" initials="w(" lastIdx="0" clrIdx="3585"/>
  <p:cmAuthor id="3587" name="Ms.Zhang" initials="M" lastIdx="0" clrIdx="3586"/>
  <p:cmAuthor id="3588" name="Dujiale (Kevin)" initials="D(" lastIdx="0" clrIdx="3587"/>
  <p:cmAuthor id="3589" name="v15194" initials="v" lastIdx="0" clrIdx="3588"/>
  <p:cmAuthor id="3590" name="孟祥超" initials="孟" lastIdx="0" clrIdx="3589"/>
  <p:cmAuthor id="3591" name="yangbo29" initials="y" lastIdx="0" clrIdx="3590"/>
  <p:cmAuthor id="3592" name="Carol Kelly" initials="C" lastIdx="0" clrIdx="3591"/>
  <p:cmAuthor id="3593" name="邵丹(联通上海市上海市分公司)" initials="邵丹(联通上海市上海市分公司)" lastIdx="0" clrIdx="3592"/>
  <p:cmAuthor id="3594" name="Lina Hang(联通上海市上海市分公司)" initials="LH" lastIdx="0" clrIdx="3593"/>
  <p:cmAuthor id="3595" name="ZQ" initials="Z" lastIdx="0" clrIdx="3594"/>
  <p:cmAuthor id="3596" name="刘豹" initials="刘" lastIdx="0" clrIdx="3595"/>
  <p:cmAuthor id="3597" name="yangxy" initials="y" lastIdx="0" clrIdx="3596"/>
  <p:cmAuthor id="3598" name="郑汝鸿" initials="郑" lastIdx="0" clrIdx="3597"/>
  <p:cmAuthor id="3599" name="邢辰凤" initials="邢" lastIdx="0" clrIdx="3598"/>
  <p:cmAuthor id="3600" name="梁亚栋" initials="梁" lastIdx="0" clrIdx="3599"/>
  <p:cmAuthor id="3601" name="shinin" initials="s" lastIdx="0" clrIdx="3600"/>
  <p:cmAuthor id="3602" name="未知的使用者140" initials="未" lastIdx="0" clrIdx="3601"/>
  <p:cmAuthor id="3603" name="yu 1" initials="y1" lastIdx="0" clrIdx="3602"/>
  <p:cmAuthor id="3604" name="mei shuo" initials="mei shuo" lastIdx="0" clrIdx="3603"/>
  <p:cmAuthor id="3605" name="huangjc" initials="h" lastIdx="0" clrIdx="3604"/>
  <p:cmAuthor id="3606" name="fengml6" initials="f" lastIdx="0" clrIdx="3605"/>
  <p:cmAuthor id="3607" name="多丽娅" initials="多" lastIdx="0" clrIdx="3606"/>
  <p:cmAuthor id="3608" name="陈驹洲" initials="陈" lastIdx="0" clrIdx="3607"/>
  <p:cmAuthor id="3609" name="方楚滇" initials="方" lastIdx="0" clrIdx="3608"/>
  <p:cmAuthor id="3610" name="黄黄" initials="黄" lastIdx="0" clrIdx="3609"/>
  <p:cmAuthor id="3611" name="BA-俞阳" initials="authorId_4447802" lastIdx="0" clrIdx="3610"/>
  <p:cmAuthor id="3612" name="邓彤倩" initials="邓" lastIdx="0" clrIdx="3611"/>
  <p:cmAuthor id="3613" name="zhang shaohui" initials="zs" lastIdx="0" clrIdx="3612"/>
  <p:cmAuthor id="3614" name="Yurou Zhang" initials="Y" lastIdx="0" clrIdx="3613"/>
  <p:cmAuthor id="3615" name="王竑达" initials="王竑达" lastIdx="0" clrIdx="3614"/>
  <p:cmAuthor id="3616" name="廖旭辉" initials="廖" lastIdx="0" clrIdx="3615"/>
  <p:cmAuthor id="3617" name="汪亦超" initials="汪" lastIdx="0" clrIdx="3616"/>
  <p:cmAuthor id="3618" name="周凌子" initials="周" lastIdx="0" clrIdx="3617"/>
  <p:cmAuthor id="3619" name="wuxiaoqi1" initials="w" lastIdx="0" clrIdx="3618"/>
  <p:cmAuthor id="3620" name="王一哲" initials="wyz" lastIdx="0" clrIdx="3619"/>
  <p:cmAuthor id="3621" name="30312" initials="3" lastIdx="0" clrIdx="3620"/>
  <p:cmAuthor id="3622" name="韩晓宇00207529" initials="韩" lastIdx="0" clrIdx="3621"/>
  <p:cmAuthor id="3623" name="guqin" initials="g" lastIdx="0" clrIdx="3622"/>
  <p:cmAuthor id="3624" name="yangf82" initials="y" lastIdx="0" clrIdx="3623"/>
  <p:cmAuthor id="3625" name="jiaxizhou1" initials="j" lastIdx="0" clrIdx="3624"/>
  <p:cmAuthor id="3626" name="zxq_1" initials="z" lastIdx="0" clrIdx="3625"/>
  <p:cmAuthor id="3627" name="wangms42" initials="w" lastIdx="0" clrIdx="3626"/>
  <p:cmAuthor id="3628" name="wangml110" initials="w" lastIdx="0" clrIdx="3627"/>
  <p:cmAuthor id="3629" name="马宇轩" initials="马" lastIdx="0" clrIdx="3628"/>
  <p:cmAuthor id="3630" name="shijinjin" initials="s" lastIdx="0" clrIdx="3629"/>
  <p:cmAuthor id="3631" name="XYY" initials="X" lastIdx="0" clrIdx="3630"/>
  <p:cmAuthor id="3632" name="黄筱雅" initials="黄" lastIdx="0" clrIdx="3631"/>
  <p:cmAuthor id="3633" name="yangjun123" initials="y" lastIdx="0" clrIdx="3632"/>
  <p:cmAuthor id="3634" name="chenhua32" initials="c" lastIdx="0" clrIdx="3633"/>
  <p:cmAuthor id="3635" name="未知的使用者144" initials="未" lastIdx="0" clrIdx="3634"/>
  <p:cmAuthor id="3636" name="俊呈 賴" initials="俊呈" lastIdx="0" clrIdx="3635"/>
  <p:cmAuthor id="3637" name="Unknown User27" initials="U" lastIdx="0" clrIdx="3636"/>
  <p:cmAuthor id="3638" name="未知的使用者221" initials="" lastIdx="0" clrIdx="3637"/>
  <p:cmAuthor id="3639" name="未知的使用者222" initials="" lastIdx="0" clrIdx="3638"/>
  <p:cmAuthor id="3640" name="未知的使用者223" initials="" lastIdx="0" clrIdx="3639"/>
  <p:cmAuthor id="3641" name="未知的使用者225" initials="" lastIdx="0" clrIdx="3640"/>
  <p:cmAuthor id="3642" name="未知的使用者134" initials="" lastIdx="0" clrIdx="3641"/>
  <p:cmAuthor id="3643" name="未知的使用者206" initials="" lastIdx="0" clrIdx="3642"/>
  <p:cmAuthor id="3644" name="Kent" initials="K" lastIdx="0" clrIdx="3643"/>
  <p:cmAuthor id="3645" name="Unknown User24" initials="U" lastIdx="0" clrIdx="3644"/>
  <p:cmAuthor id="3646" name="未知用户289" initials="未" lastIdx="0" clrIdx="3645"/>
  <p:cmAuthor id="3647" name="8310" initials="8" lastIdx="0" clrIdx="3646"/>
  <p:cmAuthor id="3648" name="Aqf" initials="A" lastIdx="0" clrIdx="3647"/>
  <p:cmAuthor id="3649" name="13709759491@139.com" initials="1" lastIdx="0" clrIdx="3648"/>
  <p:cmAuthor id="3650" name="Yue Wu" initials="YW" lastIdx="0" clrIdx="3649"/>
  <p:cmAuthor id="3651" name="LD-AJ" initials="L" lastIdx="0" clrIdx="365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421"/>
            <a:ext cx="9144000" cy="238772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algn="ctr" defTabSz="914400" eaLnBrk="1" fontAlgn="auto" latinLnBrk="0" hangingPunct="1">
              <a:defRPr sz="6000"/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223"/>
            <a:ext cx="9144000" cy="165584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ctr" defTabSz="914400" eaLnBrk="1" fontAlgn="auto" latinLnBrk="0" hangingPunct="1">
              <a:buNone/>
              <a:defRPr sz="2400"/>
            </a:lvl1pPr>
            <a:lvl2pPr marL="457200" indent="0" algn="ctr" defTabSz="914400" eaLnBrk="1" fontAlgn="auto" latinLnBrk="0" hangingPunct="1">
              <a:buNone/>
              <a:defRPr sz="2000"/>
            </a:lvl2pPr>
            <a:lvl3pPr marL="914400" indent="0" algn="ctr" defTabSz="914400" eaLnBrk="1" fontAlgn="auto" latinLnBrk="0" hangingPunct="1">
              <a:buNone/>
              <a:defRPr sz="1800"/>
            </a:lvl3pPr>
            <a:lvl4pPr marL="1371600" indent="0" algn="ctr" defTabSz="914400" eaLnBrk="1" fontAlgn="auto" latinLnBrk="0" hangingPunct="1">
              <a:buNone/>
              <a:defRPr sz="1600"/>
            </a:lvl4pPr>
            <a:lvl5pPr marL="1828800" indent="0" algn="ctr" defTabSz="914400" eaLnBrk="1" fontAlgn="auto" latinLnBrk="0" hangingPunct="1">
              <a:buNone/>
              <a:defRPr sz="1600"/>
            </a:lvl5pPr>
            <a:lvl6pPr marL="2286000" indent="0" algn="ctr" defTabSz="914400" eaLnBrk="1" fontAlgn="auto" latinLnBrk="0" hangingPunct="1">
              <a:buNone/>
              <a:defRPr sz="1600"/>
            </a:lvl6pPr>
            <a:lvl7pPr marL="2743835" indent="0" algn="ctr" defTabSz="914400" eaLnBrk="1" fontAlgn="auto" latinLnBrk="0" hangingPunct="1">
              <a:buNone/>
              <a:defRPr sz="1600"/>
            </a:lvl7pPr>
            <a:lvl8pPr marL="3201035" indent="0" algn="ctr" defTabSz="914400" eaLnBrk="1" fontAlgn="auto" latinLnBrk="0" hangingPunct="1">
              <a:buNone/>
              <a:defRPr sz="1600"/>
            </a:lvl8pPr>
            <a:lvl9pPr marL="3201035" indent="0" algn="ctr" defTabSz="914400" eaLnBrk="1" fontAlgn="auto" latinLnBrk="0" hangingPunct="1">
              <a:buNone/>
              <a:defRPr sz="1600"/>
            </a:lvl9pPr>
          </a:lstStyle>
          <a:p>
            <a:pPr marL="0" indent="0" defTabSz="68580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719"/>
            <a:ext cx="10515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26"/>
            <a:ext cx="10515600" cy="28528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defTabSz="914400" eaLnBrk="1" fontAlgn="auto" latinLnBrk="0" hangingPunct="1">
              <a:defRPr sz="6000"/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699"/>
            <a:ext cx="10515600" cy="150026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defTabSz="914400" eaLnBrk="1" fontAlgn="auto" latinLnBrk="0" hangingPunct="1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defTabSz="914400" eaLnBrk="1" fontAlgn="auto" latinLnBrk="0" hangingPunct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2010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719"/>
            <a:ext cx="5181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719"/>
            <a:ext cx="5181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530"/>
            <a:ext cx="4873575" cy="82395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defTabSz="914400" eaLnBrk="1" fontAlgn="auto" latinLnBrk="0" hangingPunct="1">
              <a:buNone/>
              <a:defRPr sz="2800"/>
            </a:lvl1pPr>
            <a:lvl2pPr marL="457200" indent="0" defTabSz="914400" eaLnBrk="1" fontAlgn="auto" latinLnBrk="0" hangingPunct="1">
              <a:buNone/>
              <a:defRPr sz="2400"/>
            </a:lvl2pPr>
            <a:lvl3pPr marL="914400" indent="0" defTabSz="914400" eaLnBrk="1" fontAlgn="auto" latinLnBrk="0" hangingPunct="1">
              <a:buNone/>
              <a:defRPr sz="2000"/>
            </a:lvl3pPr>
            <a:lvl4pPr marL="1371600" indent="0" defTabSz="914400" eaLnBrk="1" fontAlgn="auto" latinLnBrk="0" hangingPunct="1">
              <a:buNone/>
              <a:defRPr sz="1800"/>
            </a:lvl4pPr>
            <a:lvl5pPr marL="1828800" indent="0" defTabSz="914400" eaLnBrk="1" fontAlgn="auto" latinLnBrk="0" hangingPunct="1">
              <a:buNone/>
              <a:defRPr sz="1800"/>
            </a:lvl5pPr>
            <a:lvl6pPr marL="2286000" indent="0" defTabSz="914400" eaLnBrk="1" fontAlgn="auto" latinLnBrk="0" hangingPunct="1">
              <a:buNone/>
              <a:defRPr sz="1800"/>
            </a:lvl6pPr>
            <a:lvl7pPr marL="2743835" indent="0" defTabSz="914400" eaLnBrk="1" fontAlgn="auto" latinLnBrk="0" hangingPunct="1">
              <a:buNone/>
              <a:defRPr sz="1800"/>
            </a:lvl7pPr>
            <a:lvl8pPr marL="3201035" indent="0" defTabSz="914400" eaLnBrk="1" fontAlgn="auto" latinLnBrk="0" hangingPunct="1">
              <a:buNone/>
              <a:defRPr sz="1800"/>
            </a:lvl8pPr>
            <a:lvl9pPr marL="3201035" indent="0" defTabSz="914400" eaLnBrk="1" fontAlgn="auto" latinLnBrk="0" hangingPunct="1">
              <a:buNone/>
              <a:defRPr sz="18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186775" y="2665516"/>
            <a:ext cx="4873575" cy="35244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256937" y="1778530"/>
            <a:ext cx="4897573" cy="82395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defTabSz="914400" eaLnBrk="1" fontAlgn="auto" latinLnBrk="0" hangingPunct="1">
              <a:buNone/>
              <a:defRPr sz="2800"/>
            </a:lvl1pPr>
            <a:lvl2pPr marL="457200" indent="0" defTabSz="914400" eaLnBrk="1" fontAlgn="auto" latinLnBrk="0" hangingPunct="1">
              <a:buNone/>
              <a:defRPr sz="2400"/>
            </a:lvl2pPr>
            <a:lvl3pPr marL="914400" indent="0" defTabSz="914400" eaLnBrk="1" fontAlgn="auto" latinLnBrk="0" hangingPunct="1">
              <a:buNone/>
              <a:defRPr sz="2000"/>
            </a:lvl3pPr>
            <a:lvl4pPr marL="1371600" indent="0" defTabSz="914400" eaLnBrk="1" fontAlgn="auto" latinLnBrk="0" hangingPunct="1">
              <a:buNone/>
              <a:defRPr sz="1800"/>
            </a:lvl4pPr>
            <a:lvl5pPr marL="1828800" indent="0" defTabSz="914400" eaLnBrk="1" fontAlgn="auto" latinLnBrk="0" hangingPunct="1">
              <a:buNone/>
              <a:defRPr sz="1800"/>
            </a:lvl5pPr>
            <a:lvl6pPr marL="2286000" indent="0" defTabSz="914400" eaLnBrk="1" fontAlgn="auto" latinLnBrk="0" hangingPunct="1">
              <a:buNone/>
              <a:defRPr sz="1800"/>
            </a:lvl6pPr>
            <a:lvl7pPr marL="2743835" indent="0" defTabSz="914400" eaLnBrk="1" fontAlgn="auto" latinLnBrk="0" hangingPunct="1">
              <a:buNone/>
              <a:defRPr sz="1800"/>
            </a:lvl7pPr>
            <a:lvl8pPr marL="3201035" indent="0" defTabSz="914400" eaLnBrk="1" fontAlgn="auto" latinLnBrk="0" hangingPunct="1">
              <a:buNone/>
              <a:defRPr sz="1800"/>
            </a:lvl8pPr>
            <a:lvl9pPr marL="3201035" indent="0" defTabSz="914400" eaLnBrk="1" fontAlgn="auto" latinLnBrk="0" hangingPunct="1">
              <a:buNone/>
              <a:defRPr sz="18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56937" y="2665516"/>
            <a:ext cx="4897573" cy="35244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24"/>
            <a:ext cx="4165349" cy="160028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defTabSz="914400" eaLnBrk="1" fontAlgn="auto" latinLnBrk="0" hangingPunct="1">
              <a:defRPr sz="3200"/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25"/>
            <a:ext cx="6172197" cy="540412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/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506"/>
            <a:ext cx="4165349" cy="38117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buNone/>
              <a:defRPr sz="2000"/>
            </a:lvl1pPr>
            <a:lvl2pPr marL="457200" indent="0" defTabSz="914400" eaLnBrk="1" fontAlgn="auto" latinLnBrk="0" hangingPunct="1">
              <a:buNone/>
              <a:defRPr sz="1800"/>
            </a:lvl2pPr>
            <a:lvl3pPr marL="914400" indent="0" defTabSz="914400" eaLnBrk="1" fontAlgn="auto" latinLnBrk="0" hangingPunct="1">
              <a:buNone/>
              <a:defRPr sz="1600"/>
            </a:lvl3pPr>
            <a:lvl4pPr marL="1371600" indent="0" defTabSz="914400" eaLnBrk="1" fontAlgn="auto" latinLnBrk="0" hangingPunct="1">
              <a:buNone/>
              <a:defRPr sz="1400"/>
            </a:lvl4pPr>
            <a:lvl5pPr marL="1828800" indent="0" defTabSz="914400" eaLnBrk="1" fontAlgn="auto" latinLnBrk="0" hangingPunct="1">
              <a:buNone/>
              <a:defRPr sz="1400"/>
            </a:lvl5pPr>
            <a:lvl6pPr marL="2286000" indent="0" defTabSz="914400" eaLnBrk="1" fontAlgn="auto" latinLnBrk="0" hangingPunct="1">
              <a:buNone/>
              <a:defRPr sz="1400"/>
            </a:lvl6pPr>
            <a:lvl7pPr marL="2743835" indent="0" defTabSz="914400" eaLnBrk="1" fontAlgn="auto" latinLnBrk="0" hangingPunct="1">
              <a:buNone/>
              <a:defRPr sz="1400"/>
            </a:lvl7pPr>
            <a:lvl8pPr marL="3201035" indent="0" defTabSz="914400" eaLnBrk="1" fontAlgn="auto" latinLnBrk="0" hangingPunct="1">
              <a:buNone/>
              <a:defRPr sz="1400"/>
            </a:lvl8pPr>
            <a:lvl9pPr marL="3201035" indent="0" defTabSz="914400" eaLnBrk="1" fontAlgn="auto" latinLnBrk="0" hangingPunct="1">
              <a:buNone/>
              <a:defRPr sz="14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44"/>
            <a:ext cx="26289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eaVert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44"/>
            <a:ext cx="77343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eaVert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44"/>
            <a:ext cx="105156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914400" y="2840213"/>
            <a:ext cx="10366375" cy="23083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386" tIns="45711" rIns="91386" bIns="45711" anchor="t" anchorCtr="0">
            <a:normAutofit/>
          </a:bodyPr>
          <a:lstStyle/>
          <a:p>
            <a:pPr marL="0" indent="0"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5865" u="none" strike="noStrike" kern="1200" cap="none" spc="0" baseline="0">
                <a:solidFill>
                  <a:srgbClr val="000000"/>
                </a:solidFill>
                <a:latin typeface="FontAwesome" pitchFamily="2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5865" u="none" strike="noStrike" kern="1200" cap="none" spc="0" baseline="0">
              <a:solidFill>
                <a:srgbClr val="000000"/>
              </a:solidFill>
              <a:latin typeface="FontAwesome" pitchFamily="2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914400" y="2840213"/>
            <a:ext cx="10366375" cy="23083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386" tIns="45711" rIns="91386" bIns="45711" anchor="t" anchorCtr="0">
            <a:normAutofit/>
          </a:bodyPr>
          <a:lstStyle/>
          <a:p>
            <a:pPr marL="0" indent="0"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5865" u="none" strike="noStrike" kern="1200" cap="none" spc="0" baseline="0">
                <a:solidFill>
                  <a:srgbClr val="000000"/>
                </a:solidFill>
                <a:latin typeface="FontAwesome" pitchFamily="2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5865" u="none" strike="noStrike" kern="1200" cap="none" spc="0" baseline="0">
              <a:solidFill>
                <a:srgbClr val="000000"/>
              </a:solidFill>
              <a:latin typeface="FontAwesome" pitchFamily="2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41711" y="257564"/>
            <a:ext cx="10515600" cy="7510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49" tIns="34289" rIns="68549" bIns="34289" anchor="ctr" anchorCtr="0">
            <a:noAutofit/>
          </a:bodyPr>
          <a:lstStyle>
            <a:lvl1pPr marL="0" indent="0" algn="l" defTabSz="914400" eaLnBrk="1" fontAlgn="auto" latinLnBrk="0" hangingPunct="1">
              <a:defRPr sz="32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2060" y="172388"/>
            <a:ext cx="249465" cy="734913"/>
          </a:xfrm>
          <a:prstGeom prst="rect">
            <a:avLst/>
          </a:prstGeom>
          <a:solidFill>
            <a:srgbClr val="E83A37"/>
          </a:solid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1904" tIns="60952" rIns="121904" bIns="60952" anchor="ctr" anchorCtr="0">
            <a:noAutofit/>
          </a:bodyPr>
          <a:lstStyle/>
          <a:p>
            <a:pPr marL="0" indent="0" algn="ctr" defTabSz="870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715" b="0" i="0" u="none" strike="noStrike" kern="0" cap="none" spc="0" baseline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7595" y="307197"/>
            <a:ext cx="10515600" cy="46477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defRPr sz="3055" b="0">
                <a:solidFill>
                  <a:schemeClr val="tx1"/>
                </a:solidFill>
              </a:defRPr>
            </a:lvl1pPr>
          </a:lstStyle>
          <a:p>
            <a:pPr marL="0" indent="0" defTabSz="685800" fontAlgn="base"/>
            <a:r>
              <a:rPr lang="zh-CN" altLang="en-US" strike="noStrike"/>
              <a:t>单击此处编辑母版标题样式</a:t>
            </a:r>
            <a:endParaRPr lang="zh-CN" altLang="en-US" strike="noStrike"/>
          </a:p>
        </p:txBody>
      </p:sp>
      <p:sp>
        <p:nvSpPr>
          <p:cNvPr id="2" name="日期占位符 1"/>
          <p:cNvSpPr>
            <a:spLocks noGrp="1"/>
          </p:cNvSpPr>
          <p:nvPr>
            <p:ph type="dt" idx="2"/>
          </p:nvPr>
        </p:nvSpPr>
        <p:spPr>
          <a:xfrm>
            <a:off x="837596" y="6357160"/>
            <a:ext cx="2744108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defTabSz="914400" eaLnBrk="1" fontAlgn="auto" latinLnBrk="0" hangingPunct="1">
              <a:defRPr sz="1715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indent="0" defTabSz="870585"/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idx="3"/>
          </p:nvPr>
        </p:nvSpPr>
        <p:spPr>
          <a:xfrm>
            <a:off x="4038299" y="6357160"/>
            <a:ext cx="4115404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defTabSz="914400" eaLnBrk="1" fontAlgn="auto" latinLnBrk="0" hangingPunct="1">
              <a:defRPr sz="1715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indent="0" defTabSz="870585"/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idx="4"/>
          </p:nvPr>
        </p:nvSpPr>
        <p:spPr>
          <a:xfrm>
            <a:off x="9128881" y="6484181"/>
            <a:ext cx="2744103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 defTabSz="914400" eaLnBrk="1" fontAlgn="auto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algn="r" eaLnBrk="1" fontAlgn="base" latinLnBrk="0" hangingPunct="1"/>
            <a:fld id="{CAD2D6BD-DE1B-4B5F-8B41-2702339687B9}" type="slidenum">
              <a:rPr lang="en-US" altLang="zh-CN" sz="1525" strike="noStrik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Calibri" panose="020F0502020204030204" charset="0"/>
              </a:rPr>
            </a:fld>
            <a:endParaRPr lang="zh-CN" altLang="en-US" sz="1525" strike="noStrike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idx="1" hasCustomPrompt="1"/>
          </p:nvPr>
        </p:nvSpPr>
        <p:spPr>
          <a:xfrm>
            <a:off x="485987" y="1023876"/>
            <a:ext cx="11201400" cy="474392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81000" indent="-3810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n"/>
              <a:defRPr sz="2935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  <a:lvl2pPr marL="906780" indent="-4572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Ø"/>
              <a:defRPr sz="2665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</a:defRPr>
            </a:lvl2pPr>
            <a:lvl3pPr marL="1280160" indent="-3810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Ø"/>
              <a:defRPr sz="2400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</a:defRPr>
            </a:lvl3pPr>
            <a:lvl4pPr marL="1348740" indent="0" defTabSz="914400" eaLnBrk="0" fontAlgn="base" latinLnBrk="0" hangingPunc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8320" indent="0" defTabSz="914400" eaLnBrk="0" fontAlgn="base" latinLnBrk="0" hangingPunc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7900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684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642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14642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381000" indent="-381000"/>
            <a:r>
              <a:rPr lang="zh-CN" altLang="en-US"/>
              <a:t>请单击此处添加正文</a:t>
            </a:r>
            <a:endParaRPr lang="en-US" altLang="zh-CN"/>
          </a:p>
          <a:p>
            <a:pPr marL="906780" lvl="1" indent="-457200"/>
            <a:endParaRPr lang="en-US" altLang="zh-CN"/>
          </a:p>
          <a:p>
            <a:pPr marL="1280160" lvl="2" indent="-381000"/>
            <a:endParaRPr lang="zh-CN" altLang="en-US"/>
          </a:p>
        </p:txBody>
      </p:sp>
      <p:sp>
        <p:nvSpPr>
          <p:cNvPr id="24" name="标题 23"/>
          <p:cNvSpPr>
            <a:spLocks noGrp="1"/>
          </p:cNvSpPr>
          <p:nvPr>
            <p:ph type="title" hasCustomPrompt="1"/>
          </p:nvPr>
        </p:nvSpPr>
        <p:spPr>
          <a:xfrm>
            <a:off x="1086273" y="-53389"/>
            <a:ext cx="5622712" cy="8774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0" fontAlgn="base" latinLnBrk="0" hangingPunct="0">
              <a:lnSpc>
                <a:spcPct val="120000"/>
              </a:lnSpc>
              <a:defRPr sz="4265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780984" y="6479980"/>
            <a:ext cx="2743964" cy="3651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>
            <a:noAutofit/>
          </a:bodyPr>
          <a:lstStyle>
            <a:lvl1pPr marL="0" indent="0" algn="ctr" defTabSz="914400" eaLnBrk="1" fontAlgn="auto" latinLnBrk="0" hangingPunct="1">
              <a:defRPr sz="1600">
                <a:solidFill>
                  <a:srgbClr val="FDE11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677"/>
            <a:ext cx="27432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677"/>
            <a:ext cx="41148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677"/>
            <a:ext cx="27432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  <p:sp>
        <p:nvSpPr>
          <p:cNvPr id="1027" name="文本框 15"/>
          <p:cNvSpPr txBox="1"/>
          <p:nvPr userDrawn="1"/>
        </p:nvSpPr>
        <p:spPr>
          <a:xfrm>
            <a:off x="11353901" y="6356938"/>
            <a:ext cx="486965" cy="25146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68536" tIns="34283" rIns="68536" bIns="34283" anchor="t" anchorCtr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u="none" strike="noStrike" kern="1200" cap="none" spc="0" baseline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  <a:sym typeface="微软雅黑" panose="020B0503020204020204" charset="-122"/>
              </a:rPr>
            </a:fld>
            <a:endParaRPr lang="zh-CN" altLang="en-US" sz="1200" u="none" strike="noStrike" kern="1200" cap="none" spc="0" baseline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7" name="图片 6" descr="图片1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0299600" y="187210"/>
            <a:ext cx="1724400" cy="55062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marL="0" indent="0" algn="l" defTabSz="12192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1pPr>
    </p:titleStyle>
    <p:bodyStyle>
      <a:lvl1pPr marL="228600" indent="-228600" algn="l" defTabSz="1219200" eaLnBrk="1" fontAlgn="auto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1pPr>
      <a:lvl2pPr marL="6858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2pPr>
      <a:lvl3pPr marL="11430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3pPr>
      <a:lvl4pPr marL="16002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5pPr>
      <a:lvl6pPr marL="25152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6pPr>
      <a:lvl7pPr marL="29724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7pPr>
      <a:lvl8pPr marL="34296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8pPr>
      <a:lvl9pPr marL="34296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21525" y="815899"/>
            <a:ext cx="11439382" cy="1420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Ins="0">
            <a:spAutoFit/>
          </a:bodyPr>
          <a:p>
            <a:pPr marL="0" indent="609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以滨州至晋城线路为例，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特快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及竞品主要轨迹均为直达，特快全程时限为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51.8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小时，竞品为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48.4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小时，特快比竞品慢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3.4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小时；</a:t>
            </a:r>
            <a:endParaRPr lang="en-US" altLang="zh-CN" sz="2400" i="0" u="none" strike="noStrike" kern="1200" cap="none" spc="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" charset="0"/>
            </a:endParaRPr>
          </a:p>
          <a:p>
            <a:pPr marL="0" indent="609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从分环节时限对标来看，出口段时限与竞品差距最大，为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4.7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33" name="表格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49537" y="2812279"/>
          <a:ext cx="10008870" cy="308864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621155"/>
                <a:gridCol w="2276475"/>
                <a:gridCol w="1018540"/>
                <a:gridCol w="1017905"/>
                <a:gridCol w="1018540"/>
                <a:gridCol w="1019175"/>
                <a:gridCol w="1018540"/>
                <a:gridCol w="1018540"/>
              </a:tblGrid>
              <a:tr h="1457325">
                <a:tc>
                  <a:txBody>
                    <a:bodyPr/>
                    <a:lstStyle/>
                    <a:p>
                      <a:pPr marL="0" indent="0" algn="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 时限</a:t>
                      </a:r>
                      <a:r>
                        <a:rPr lang="en-US" altLang="zh-CN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(</a:t>
                      </a: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小时</a:t>
                      </a:r>
                      <a:r>
                        <a:rPr lang="en-US" altLang="zh-CN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)</a:t>
                      </a:r>
                      <a:endParaRPr lang="en-US" altLang="zh-CN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  产品</a:t>
                      </a:r>
                      <a:endParaRPr lang="zh-CN" altLang="en-US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主要轨迹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Helvetica" charset="0"/>
                        </a:rPr>
                        <a:t>全程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Helvetica" charset="0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Helvetica" charset="0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Helvetica" charset="0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收寄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出口段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中转段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进口段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投递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7245"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特快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滨州</a:t>
                      </a:r>
                      <a:r>
                        <a:rPr lang="en-US" altLang="zh-CN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zh-CN" altLang="en-US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晋城</a:t>
                      </a:r>
                      <a:endParaRPr lang="zh-CN" altLang="en-US" sz="1800" b="1" i="0" u="none" strike="noStrike" kern="0" cap="none" spc="0" baseline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2698" marR="12698" marT="12698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30.1</a:t>
                      </a:r>
                      <a:endParaRPr lang="en-US" sz="18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65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2.8</a:t>
                      </a:r>
                      <a:endParaRPr lang="en-US" sz="1800" b="1">
                        <a:solidFill>
                          <a:srgbClr val="0065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accent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14.6</a:t>
                      </a:r>
                      <a:endParaRPr lang="en-US" sz="1800" b="1">
                        <a:solidFill>
                          <a:schemeClr val="accent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9.1</a:t>
                      </a:r>
                      <a:endParaRPr lang="en-US" sz="18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21.8</a:t>
                      </a:r>
                      <a:endParaRPr lang="en-US" sz="18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sz="18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4070"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竞品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滨州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晋城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2698" marR="12698" marT="12698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21.4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2.4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9.9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9.9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20.5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5.7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椭圆 2"/>
          <p:cNvSpPr/>
          <p:nvPr/>
        </p:nvSpPr>
        <p:spPr>
          <a:xfrm>
            <a:off x="9100449" y="2812279"/>
            <a:ext cx="1089525" cy="3089105"/>
          </a:xfrm>
          <a:prstGeom prst="ellipse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5" name="TextBox 47"/>
          <p:cNvSpPr txBox="1"/>
          <p:nvPr/>
        </p:nvSpPr>
        <p:spPr>
          <a:xfrm>
            <a:off x="294231" y="240788"/>
            <a:ext cx="10708057" cy="61277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600" tIns="60800" rIns="121600" bIns="6080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u="none" strike="noStrike" kern="1200" cap="none" spc="0" baseline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宋体" panose="02010600030101010101" pitchFamily="2" charset="-122"/>
              </a:rPr>
              <a:t>典型线路：滨州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—</a:t>
            </a:r>
            <a:r>
              <a:rPr lang="zh-CN" altLang="en-US" sz="3200" b="1" u="none" strike="noStrike" kern="1200" cap="none" spc="0" baseline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宋体" panose="02010600030101010101" pitchFamily="2" charset="-122"/>
              </a:rPr>
              <a:t>晋城</a:t>
            </a:r>
            <a:endParaRPr lang="zh-CN" altLang="en-US" sz="3200" b="1" u="none" strike="noStrike" kern="1200" cap="none" spc="0" baseline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1*182"/>
  <p:tag name="TABLE_ENDDRAG_RECT" val="67*166*591*182"/>
</p:tagLst>
</file>

<file path=ppt/theme/theme1.xml><?xml version="1.0" encoding="utf-8"?>
<a:theme xmlns:a="http://schemas.openxmlformats.org/drawingml/2006/main" name="1_Office 主题">
  <a:themeElements>
    <a:clrScheme name="1_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1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演示</Application>
  <PresentationFormat>宽屏</PresentationFormat>
  <Paragraphs>61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Calibri Light</vt:lpstr>
      <vt:lpstr>FontAwesome</vt:lpstr>
      <vt:lpstr>Wingdings</vt:lpstr>
      <vt:lpstr>Helvetica</vt:lpstr>
      <vt:lpstr>Times New Roman</vt:lpstr>
      <vt:lpstr>Arial Unicode MS</vt:lpstr>
      <vt:lpstr>Therese</vt:lpstr>
      <vt:lpstr>Helvetica LT Pro</vt:lpstr>
      <vt:lpstr>1_Office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Iris_biubiu</cp:lastModifiedBy>
  <cp:revision>164</cp:revision>
  <dcterms:created xsi:type="dcterms:W3CDTF">2019-06-19T02:08:00Z</dcterms:created>
  <dcterms:modified xsi:type="dcterms:W3CDTF">2026-04-22T07:24:20Z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53584C0B1C1A494582836B0C6438B993_11</vt:lpwstr>
  </property>
</Properties>
</file>